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8"/>
  </p:notesMasterIdLst>
  <p:sldIdLst>
    <p:sldId id="256" r:id="rId2"/>
    <p:sldId id="296" r:id="rId3"/>
    <p:sldId id="257" r:id="rId4"/>
    <p:sldId id="297" r:id="rId5"/>
    <p:sldId id="259" r:id="rId6"/>
    <p:sldId id="275" r:id="rId7"/>
  </p:sldIdLst>
  <p:sldSz cx="9144000" cy="5143500" type="screen16x9"/>
  <p:notesSz cx="6858000" cy="9144000"/>
  <p:embeddedFontLst>
    <p:embeddedFont>
      <p:font typeface="Albert Sans" panose="02020500000000000000" charset="0"/>
      <p:regular r:id="rId9"/>
      <p:bold r:id="rId10"/>
      <p:italic r:id="rId11"/>
      <p:boldItalic r:id="rId12"/>
    </p:embeddedFont>
    <p:embeddedFont>
      <p:font typeface="Jura" panose="02020500000000000000" charset="0"/>
      <p:regular r:id="rId13"/>
      <p:bold r:id="rId14"/>
    </p:embeddedFont>
    <p:embeddedFont>
      <p:font typeface="Nunito Light" pitchFamily="2" charset="0"/>
      <p:regular r:id="rId15"/>
      <p: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72536A3-3E53-4523-83D7-FEACC847BFAE}">
  <a:tblStyle styleId="{F72536A3-3E53-4523-83D7-FEACC847BFA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59FA719-D91B-48EB-8146-C0579D42783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9" d="100"/>
          <a:sy n="119" d="100"/>
        </p:scale>
        <p:origin x="41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7360eb1da_1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57360eb1da_1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Google Shape;672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3" name="Google Shape;673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" y="-6858"/>
            <a:ext cx="9143998" cy="515721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27200" y="1007375"/>
            <a:ext cx="7089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07650" y="281052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4"/>
          <p:cNvPicPr preferRelativeResize="0"/>
          <p:nvPr/>
        </p:nvPicPr>
        <p:blipFill>
          <a:blip r:embed="rId2">
            <a:alphaModFix amt="29000"/>
          </a:blip>
          <a:stretch>
            <a:fillRect/>
          </a:stretch>
        </p:blipFill>
        <p:spPr>
          <a:xfrm>
            <a:off x="1" y="-6858"/>
            <a:ext cx="9143998" cy="5157217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720000" y="1215750"/>
            <a:ext cx="7704000" cy="28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21" name="Google Shape;21;p4"/>
          <p:cNvGrpSpPr/>
          <p:nvPr/>
        </p:nvGrpSpPr>
        <p:grpSpPr>
          <a:xfrm>
            <a:off x="8298336" y="4201128"/>
            <a:ext cx="845673" cy="942381"/>
            <a:chOff x="8298336" y="4201128"/>
            <a:chExt cx="845673" cy="942381"/>
          </a:xfrm>
        </p:grpSpPr>
        <p:sp>
          <p:nvSpPr>
            <p:cNvPr id="22" name="Google Shape;22;p4"/>
            <p:cNvSpPr/>
            <p:nvPr/>
          </p:nvSpPr>
          <p:spPr>
            <a:xfrm flipH="1">
              <a:off x="8304823" y="4661118"/>
              <a:ext cx="177018" cy="169567"/>
            </a:xfrm>
            <a:custGeom>
              <a:avLst/>
              <a:gdLst/>
              <a:ahLst/>
              <a:cxnLst/>
              <a:rect l="l" t="t" r="r" b="b"/>
              <a:pathLst>
                <a:path w="2756" h="2640" extrusionOk="0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4"/>
            <p:cNvSpPr/>
            <p:nvPr/>
          </p:nvSpPr>
          <p:spPr>
            <a:xfrm flipH="1">
              <a:off x="8298336" y="4654631"/>
              <a:ext cx="189093" cy="181642"/>
            </a:xfrm>
            <a:custGeom>
              <a:avLst/>
              <a:gdLst/>
              <a:ahLst/>
              <a:cxnLst/>
              <a:rect l="l" t="t" r="r" b="b"/>
              <a:pathLst>
                <a:path w="2944" h="2828" extrusionOk="0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 flipH="1">
              <a:off x="8386781" y="4825032"/>
              <a:ext cx="12204" cy="229108"/>
            </a:xfrm>
            <a:custGeom>
              <a:avLst/>
              <a:gdLst/>
              <a:ahLst/>
              <a:cxnLst/>
              <a:rect l="l" t="t" r="r" b="b"/>
              <a:pathLst>
                <a:path w="190" h="3567" extrusionOk="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4"/>
            <p:cNvSpPr/>
            <p:nvPr/>
          </p:nvSpPr>
          <p:spPr>
            <a:xfrm flipH="1">
              <a:off x="8386781" y="4436763"/>
              <a:ext cx="12204" cy="230008"/>
            </a:xfrm>
            <a:custGeom>
              <a:avLst/>
              <a:gdLst/>
              <a:ahLst/>
              <a:cxnLst/>
              <a:rect l="l" t="t" r="r" b="b"/>
              <a:pathLst>
                <a:path w="190" h="3581" extrusionOk="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4"/>
            <p:cNvSpPr/>
            <p:nvPr/>
          </p:nvSpPr>
          <p:spPr>
            <a:xfrm flipH="1">
              <a:off x="8960503" y="4425547"/>
              <a:ext cx="177018" cy="143490"/>
            </a:xfrm>
            <a:custGeom>
              <a:avLst/>
              <a:gdLst/>
              <a:ahLst/>
              <a:cxnLst/>
              <a:rect l="l" t="t" r="r" b="b"/>
              <a:pathLst>
                <a:path w="2756" h="2234" extrusionOk="0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flipH="1">
              <a:off x="9043360" y="4562421"/>
              <a:ext cx="11240" cy="230072"/>
            </a:xfrm>
            <a:custGeom>
              <a:avLst/>
              <a:gdLst/>
              <a:ahLst/>
              <a:cxnLst/>
              <a:rect l="l" t="t" r="r" b="b"/>
              <a:pathLst>
                <a:path w="175" h="3582" extrusionOk="0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 flipH="1">
              <a:off x="9043360" y="4201128"/>
              <a:ext cx="11240" cy="230072"/>
            </a:xfrm>
            <a:custGeom>
              <a:avLst/>
              <a:gdLst/>
              <a:ahLst/>
              <a:cxnLst/>
              <a:rect l="l" t="t" r="r" b="b"/>
              <a:pathLst>
                <a:path w="175" h="3582" extrusionOk="0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 flipH="1">
              <a:off x="8652264" y="4571734"/>
              <a:ext cx="177018" cy="348319"/>
            </a:xfrm>
            <a:custGeom>
              <a:avLst/>
              <a:gdLst/>
              <a:ahLst/>
              <a:cxnLst/>
              <a:rect l="l" t="t" r="r" b="b"/>
              <a:pathLst>
                <a:path w="2756" h="5423" extrusionOk="0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4"/>
            <p:cNvSpPr/>
            <p:nvPr/>
          </p:nvSpPr>
          <p:spPr>
            <a:xfrm flipH="1">
              <a:off x="8645777" y="4565247"/>
              <a:ext cx="189093" cy="360395"/>
            </a:xfrm>
            <a:custGeom>
              <a:avLst/>
              <a:gdLst/>
              <a:ahLst/>
              <a:cxnLst/>
              <a:rect l="l" t="t" r="r" b="b"/>
              <a:pathLst>
                <a:path w="2944" h="5611" extrusionOk="0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8734222" y="4913501"/>
              <a:ext cx="12204" cy="230008"/>
            </a:xfrm>
            <a:custGeom>
              <a:avLst/>
              <a:gdLst/>
              <a:ahLst/>
              <a:cxnLst/>
              <a:rect l="l" t="t" r="r" b="b"/>
              <a:pathLst>
                <a:path w="190" h="3581" extrusionOk="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 flipH="1">
              <a:off x="8734222" y="4348278"/>
              <a:ext cx="12204" cy="229108"/>
            </a:xfrm>
            <a:custGeom>
              <a:avLst/>
              <a:gdLst/>
              <a:ahLst/>
              <a:cxnLst/>
              <a:rect l="l" t="t" r="r" b="b"/>
              <a:pathLst>
                <a:path w="190" h="3567" extrusionOk="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flipH="1">
              <a:off x="8953952" y="4418996"/>
              <a:ext cx="190057" cy="155629"/>
            </a:xfrm>
            <a:custGeom>
              <a:avLst/>
              <a:gdLst/>
              <a:ahLst/>
              <a:cxnLst/>
              <a:rect l="l" t="t" r="r" b="b"/>
              <a:pathLst>
                <a:path w="2959" h="2423" extrusionOk="0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4"/>
          <p:cNvSpPr/>
          <p:nvPr/>
        </p:nvSpPr>
        <p:spPr>
          <a:xfrm rot="745779" flipH="1">
            <a:off x="-4348736" y="4577748"/>
            <a:ext cx="9544045" cy="1601042"/>
          </a:xfrm>
          <a:custGeom>
            <a:avLst/>
            <a:gdLst/>
            <a:ahLst/>
            <a:cxnLst/>
            <a:rect l="l" t="t" r="r" b="b"/>
            <a:pathLst>
              <a:path w="281986" h="47304" extrusionOk="0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7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713225" y="1365525"/>
            <a:ext cx="3232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713225" y="2005250"/>
            <a:ext cx="3232800" cy="17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Albert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>
            <a:spLocks noGrp="1"/>
          </p:cNvSpPr>
          <p:nvPr>
            <p:ph type="pic" idx="2"/>
          </p:nvPr>
        </p:nvSpPr>
        <p:spPr>
          <a:xfrm>
            <a:off x="5273125" y="1093375"/>
            <a:ext cx="3157800" cy="2956800"/>
          </a:xfrm>
          <a:prstGeom prst="rect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7"/>
          <p:cNvSpPr/>
          <p:nvPr/>
        </p:nvSpPr>
        <p:spPr>
          <a:xfrm rot="-365325" flipH="1">
            <a:off x="-47690" y="4153624"/>
            <a:ext cx="9544079" cy="1601048"/>
          </a:xfrm>
          <a:custGeom>
            <a:avLst/>
            <a:gdLst/>
            <a:ahLst/>
            <a:cxnLst/>
            <a:rect l="l" t="t" r="r" b="b"/>
            <a:pathLst>
              <a:path w="281986" h="47304" extrusionOk="0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8"/>
          <p:cNvPicPr preferRelativeResize="0"/>
          <p:nvPr/>
        </p:nvPicPr>
        <p:blipFill>
          <a:blip r:embed="rId2">
            <a:alphaModFix amt="32000"/>
          </a:blip>
          <a:stretch>
            <a:fillRect/>
          </a:stretch>
        </p:blipFill>
        <p:spPr>
          <a:xfrm>
            <a:off x="1" y="-6858"/>
            <a:ext cx="9143998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56" name="Google Shape;56;p8"/>
          <p:cNvGrpSpPr/>
          <p:nvPr/>
        </p:nvGrpSpPr>
        <p:grpSpPr>
          <a:xfrm>
            <a:off x="8529511" y="3752003"/>
            <a:ext cx="498296" cy="1259034"/>
            <a:chOff x="137488" y="-9872"/>
            <a:chExt cx="498296" cy="1259034"/>
          </a:xfrm>
        </p:grpSpPr>
        <p:sp>
          <p:nvSpPr>
            <p:cNvPr id="57" name="Google Shape;57;p8"/>
            <p:cNvSpPr/>
            <p:nvPr/>
          </p:nvSpPr>
          <p:spPr>
            <a:xfrm rot="10800000" flipH="1">
              <a:off x="144103" y="226685"/>
              <a:ext cx="176954" cy="797994"/>
            </a:xfrm>
            <a:custGeom>
              <a:avLst/>
              <a:gdLst/>
              <a:ahLst/>
              <a:cxnLst/>
              <a:rect l="l" t="t" r="r" b="b"/>
              <a:pathLst>
                <a:path w="2755" h="12424" extrusionOk="0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10800000" flipH="1">
              <a:off x="137488" y="220134"/>
              <a:ext cx="189157" cy="811096"/>
            </a:xfrm>
            <a:custGeom>
              <a:avLst/>
              <a:gdLst/>
              <a:ahLst/>
              <a:cxnLst/>
              <a:rect l="l" t="t" r="r" b="b"/>
              <a:pathLst>
                <a:path w="2945" h="12628" extrusionOk="0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8"/>
            <p:cNvSpPr/>
            <p:nvPr/>
          </p:nvSpPr>
          <p:spPr>
            <a:xfrm rot="10800000" flipH="1">
              <a:off x="225996" y="3167"/>
              <a:ext cx="12139" cy="229173"/>
            </a:xfrm>
            <a:custGeom>
              <a:avLst/>
              <a:gdLst/>
              <a:ahLst/>
              <a:cxnLst/>
              <a:rect l="l" t="t" r="r" b="b"/>
              <a:pathLst>
                <a:path w="189" h="3568" extrusionOk="0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8"/>
            <p:cNvSpPr/>
            <p:nvPr/>
          </p:nvSpPr>
          <p:spPr>
            <a:xfrm rot="10800000" flipH="1">
              <a:off x="225996" y="1019026"/>
              <a:ext cx="12139" cy="230136"/>
            </a:xfrm>
            <a:custGeom>
              <a:avLst/>
              <a:gdLst/>
              <a:ahLst/>
              <a:cxnLst/>
              <a:rect l="l" t="t" r="r" b="b"/>
              <a:pathLst>
                <a:path w="189" h="3583" extrusionOk="0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8"/>
            <p:cNvSpPr/>
            <p:nvPr/>
          </p:nvSpPr>
          <p:spPr>
            <a:xfrm rot="10800000" flipH="1">
              <a:off x="452278" y="213648"/>
              <a:ext cx="176954" cy="207656"/>
            </a:xfrm>
            <a:custGeom>
              <a:avLst/>
              <a:gdLst/>
              <a:ahLst/>
              <a:cxnLst/>
              <a:rect l="l" t="t" r="r" b="b"/>
              <a:pathLst>
                <a:path w="2755" h="3233" extrusionOk="0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8"/>
            <p:cNvSpPr/>
            <p:nvPr/>
          </p:nvSpPr>
          <p:spPr>
            <a:xfrm rot="10800000" flipH="1">
              <a:off x="534171" y="-9872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8"/>
            <p:cNvSpPr/>
            <p:nvPr/>
          </p:nvSpPr>
          <p:spPr>
            <a:xfrm rot="10800000" flipH="1">
              <a:off x="534171" y="415651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8"/>
            <p:cNvSpPr/>
            <p:nvPr/>
          </p:nvSpPr>
          <p:spPr>
            <a:xfrm rot="10800000" flipH="1">
              <a:off x="445791" y="208060"/>
              <a:ext cx="189992" cy="219795"/>
            </a:xfrm>
            <a:custGeom>
              <a:avLst/>
              <a:gdLst/>
              <a:ahLst/>
              <a:cxnLst/>
              <a:rect l="l" t="t" r="r" b="b"/>
              <a:pathLst>
                <a:path w="2958" h="3422" extrusionOk="0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Google Shape;66;p9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/>
          <p:nvPr/>
        </p:nvSpPr>
        <p:spPr>
          <a:xfrm rot="745779" flipH="1">
            <a:off x="-5511786" y="3575123"/>
            <a:ext cx="9544045" cy="1601042"/>
          </a:xfrm>
          <a:custGeom>
            <a:avLst/>
            <a:gdLst/>
            <a:ahLst/>
            <a:cxnLst/>
            <a:rect l="l" t="t" r="r" b="b"/>
            <a:pathLst>
              <a:path w="281986" h="47304" extrusionOk="0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BLANK_1_1_1_1_1_1_1_1_1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6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122" name="Google Shape;122;p16"/>
          <p:cNvGrpSpPr/>
          <p:nvPr/>
        </p:nvGrpSpPr>
        <p:grpSpPr>
          <a:xfrm>
            <a:off x="8062599" y="-9872"/>
            <a:ext cx="1115609" cy="1769276"/>
            <a:chOff x="10483324" y="445478"/>
            <a:chExt cx="1115609" cy="1769276"/>
          </a:xfrm>
        </p:grpSpPr>
        <p:sp>
          <p:nvSpPr>
            <p:cNvPr id="123" name="Google Shape;123;p16"/>
            <p:cNvSpPr/>
            <p:nvPr/>
          </p:nvSpPr>
          <p:spPr>
            <a:xfrm>
              <a:off x="10489812" y="669897"/>
              <a:ext cx="177018" cy="143490"/>
            </a:xfrm>
            <a:custGeom>
              <a:avLst/>
              <a:gdLst/>
              <a:ahLst/>
              <a:cxnLst/>
              <a:rect l="l" t="t" r="r" b="b"/>
              <a:pathLst>
                <a:path w="2756" h="2234" extrusionOk="0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6"/>
            <p:cNvSpPr/>
            <p:nvPr/>
          </p:nvSpPr>
          <p:spPr>
            <a:xfrm>
              <a:off x="10572732" y="806771"/>
              <a:ext cx="11240" cy="230072"/>
            </a:xfrm>
            <a:custGeom>
              <a:avLst/>
              <a:gdLst/>
              <a:ahLst/>
              <a:cxnLst/>
              <a:rect l="l" t="t" r="r" b="b"/>
              <a:pathLst>
                <a:path w="175" h="3582" extrusionOk="0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16"/>
            <p:cNvSpPr/>
            <p:nvPr/>
          </p:nvSpPr>
          <p:spPr>
            <a:xfrm>
              <a:off x="10572732" y="445478"/>
              <a:ext cx="11240" cy="230072"/>
            </a:xfrm>
            <a:custGeom>
              <a:avLst/>
              <a:gdLst/>
              <a:ahLst/>
              <a:cxnLst/>
              <a:rect l="l" t="t" r="r" b="b"/>
              <a:pathLst>
                <a:path w="175" h="3582" extrusionOk="0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6"/>
            <p:cNvSpPr/>
            <p:nvPr/>
          </p:nvSpPr>
          <p:spPr>
            <a:xfrm>
              <a:off x="10798051" y="816084"/>
              <a:ext cx="177018" cy="348319"/>
            </a:xfrm>
            <a:custGeom>
              <a:avLst/>
              <a:gdLst/>
              <a:ahLst/>
              <a:cxnLst/>
              <a:rect l="l" t="t" r="r" b="b"/>
              <a:pathLst>
                <a:path w="2756" h="5423" extrusionOk="0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6"/>
            <p:cNvSpPr/>
            <p:nvPr/>
          </p:nvSpPr>
          <p:spPr>
            <a:xfrm>
              <a:off x="10792463" y="809597"/>
              <a:ext cx="189093" cy="360395"/>
            </a:xfrm>
            <a:custGeom>
              <a:avLst/>
              <a:gdLst/>
              <a:ahLst/>
              <a:cxnLst/>
              <a:rect l="l" t="t" r="r" b="b"/>
              <a:pathLst>
                <a:path w="2944" h="5611" extrusionOk="0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6"/>
            <p:cNvSpPr/>
            <p:nvPr/>
          </p:nvSpPr>
          <p:spPr>
            <a:xfrm>
              <a:off x="10880907" y="1157851"/>
              <a:ext cx="12204" cy="230008"/>
            </a:xfrm>
            <a:custGeom>
              <a:avLst/>
              <a:gdLst/>
              <a:ahLst/>
              <a:cxnLst/>
              <a:rect l="l" t="t" r="r" b="b"/>
              <a:pathLst>
                <a:path w="190" h="3581" extrusionOk="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6"/>
            <p:cNvSpPr/>
            <p:nvPr/>
          </p:nvSpPr>
          <p:spPr>
            <a:xfrm>
              <a:off x="10880907" y="592628"/>
              <a:ext cx="12204" cy="229108"/>
            </a:xfrm>
            <a:custGeom>
              <a:avLst/>
              <a:gdLst/>
              <a:ahLst/>
              <a:cxnLst/>
              <a:rect l="l" t="t" r="r" b="b"/>
              <a:pathLst>
                <a:path w="190" h="3567" extrusionOk="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6"/>
            <p:cNvSpPr/>
            <p:nvPr/>
          </p:nvSpPr>
          <p:spPr>
            <a:xfrm>
              <a:off x="11107253" y="1180203"/>
              <a:ext cx="176954" cy="797994"/>
            </a:xfrm>
            <a:custGeom>
              <a:avLst/>
              <a:gdLst/>
              <a:ahLst/>
              <a:cxnLst/>
              <a:rect l="l" t="t" r="r" b="b"/>
              <a:pathLst>
                <a:path w="2755" h="12424" extrusionOk="0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6"/>
            <p:cNvSpPr/>
            <p:nvPr/>
          </p:nvSpPr>
          <p:spPr>
            <a:xfrm>
              <a:off x="11100638" y="1173652"/>
              <a:ext cx="189157" cy="811096"/>
            </a:xfrm>
            <a:custGeom>
              <a:avLst/>
              <a:gdLst/>
              <a:ahLst/>
              <a:cxnLst/>
              <a:rect l="l" t="t" r="r" b="b"/>
              <a:pathLst>
                <a:path w="2945" h="12628" extrusionOk="0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6"/>
            <p:cNvSpPr/>
            <p:nvPr/>
          </p:nvSpPr>
          <p:spPr>
            <a:xfrm>
              <a:off x="11189146" y="1972543"/>
              <a:ext cx="12139" cy="229173"/>
            </a:xfrm>
            <a:custGeom>
              <a:avLst/>
              <a:gdLst/>
              <a:ahLst/>
              <a:cxnLst/>
              <a:rect l="l" t="t" r="r" b="b"/>
              <a:pathLst>
                <a:path w="189" h="3568" extrusionOk="0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6"/>
            <p:cNvSpPr/>
            <p:nvPr/>
          </p:nvSpPr>
          <p:spPr>
            <a:xfrm>
              <a:off x="11189146" y="955720"/>
              <a:ext cx="12139" cy="230136"/>
            </a:xfrm>
            <a:custGeom>
              <a:avLst/>
              <a:gdLst/>
              <a:ahLst/>
              <a:cxnLst/>
              <a:rect l="l" t="t" r="r" b="b"/>
              <a:pathLst>
                <a:path w="189" h="3583" extrusionOk="0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6"/>
            <p:cNvSpPr/>
            <p:nvPr/>
          </p:nvSpPr>
          <p:spPr>
            <a:xfrm>
              <a:off x="11415428" y="1783578"/>
              <a:ext cx="176954" cy="207656"/>
            </a:xfrm>
            <a:custGeom>
              <a:avLst/>
              <a:gdLst/>
              <a:ahLst/>
              <a:cxnLst/>
              <a:rect l="l" t="t" r="r" b="b"/>
              <a:pathLst>
                <a:path w="2755" h="3233" extrusionOk="0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6"/>
            <p:cNvSpPr/>
            <p:nvPr/>
          </p:nvSpPr>
          <p:spPr>
            <a:xfrm>
              <a:off x="11497321" y="1984682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6"/>
            <p:cNvSpPr/>
            <p:nvPr/>
          </p:nvSpPr>
          <p:spPr>
            <a:xfrm>
              <a:off x="11497321" y="1559159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16"/>
            <p:cNvSpPr/>
            <p:nvPr/>
          </p:nvSpPr>
          <p:spPr>
            <a:xfrm>
              <a:off x="10483324" y="663346"/>
              <a:ext cx="190057" cy="155629"/>
            </a:xfrm>
            <a:custGeom>
              <a:avLst/>
              <a:gdLst/>
              <a:ahLst/>
              <a:cxnLst/>
              <a:rect l="l" t="t" r="r" b="b"/>
              <a:pathLst>
                <a:path w="2959" h="2423" extrusionOk="0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Google Shape;138;p16"/>
            <p:cNvSpPr/>
            <p:nvPr/>
          </p:nvSpPr>
          <p:spPr>
            <a:xfrm>
              <a:off x="11408941" y="1777027"/>
              <a:ext cx="189992" cy="219795"/>
            </a:xfrm>
            <a:custGeom>
              <a:avLst/>
              <a:gdLst/>
              <a:ahLst/>
              <a:cxnLst/>
              <a:rect l="l" t="t" r="r" b="b"/>
              <a:pathLst>
                <a:path w="2958" h="3422" extrusionOk="0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" name="Google Shape;215;p22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>
            <a:spLocks noGrp="1"/>
          </p:cNvSpPr>
          <p:nvPr>
            <p:ph type="title"/>
          </p:nvPr>
        </p:nvSpPr>
        <p:spPr>
          <a:xfrm>
            <a:off x="713225" y="540000"/>
            <a:ext cx="4151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22"/>
          <p:cNvSpPr txBox="1">
            <a:spLocks noGrp="1"/>
          </p:cNvSpPr>
          <p:nvPr>
            <p:ph type="subTitle" idx="1"/>
          </p:nvPr>
        </p:nvSpPr>
        <p:spPr>
          <a:xfrm>
            <a:off x="713225" y="1689050"/>
            <a:ext cx="4151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713225" y="382970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CREDITS: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This presentation template was created by </a:t>
            </a:r>
            <a:r>
              <a:rPr lang="en" sz="11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includes icons by </a:t>
            </a:r>
            <a:r>
              <a:rPr lang="en" sz="11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, and infographics &amp; images by </a:t>
            </a:r>
            <a:r>
              <a:rPr lang="en" sz="1100" b="1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 u="sng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rPr>
              <a:t> </a:t>
            </a:r>
            <a:endParaRPr sz="1100" b="1" u="sng">
              <a:solidFill>
                <a:schemeClr val="dk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3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3720" y="0"/>
            <a:ext cx="9136561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1" name="Google Shape;221;p23"/>
          <p:cNvGrpSpPr/>
          <p:nvPr/>
        </p:nvGrpSpPr>
        <p:grpSpPr>
          <a:xfrm>
            <a:off x="-50130" y="2852650"/>
            <a:ext cx="9244147" cy="2638311"/>
            <a:chOff x="-50130" y="2852650"/>
            <a:chExt cx="9244147" cy="2638311"/>
          </a:xfrm>
        </p:grpSpPr>
        <p:sp>
          <p:nvSpPr>
            <p:cNvPr id="222" name="Google Shape;222;p23"/>
            <p:cNvSpPr/>
            <p:nvPr/>
          </p:nvSpPr>
          <p:spPr>
            <a:xfrm rot="-305187" flipH="1">
              <a:off x="-135" y="3554666"/>
              <a:ext cx="9144157" cy="1533960"/>
            </a:xfrm>
            <a:custGeom>
              <a:avLst/>
              <a:gdLst/>
              <a:ahLst/>
              <a:cxnLst/>
              <a:rect l="l" t="t" r="r" b="b"/>
              <a:pathLst>
                <a:path w="281986" h="47304" extrusionOk="0">
                  <a:moveTo>
                    <a:pt x="139742" y="0"/>
                  </a:moveTo>
                  <a:cubicBezTo>
                    <a:pt x="128653" y="0"/>
                    <a:pt x="122859" y="6646"/>
                    <a:pt x="117240" y="13075"/>
                  </a:cubicBezTo>
                  <a:cubicBezTo>
                    <a:pt x="111499" y="19628"/>
                    <a:pt x="105569" y="26413"/>
                    <a:pt x="94000" y="26413"/>
                  </a:cubicBezTo>
                  <a:cubicBezTo>
                    <a:pt x="82199" y="26413"/>
                    <a:pt x="76198" y="31676"/>
                    <a:pt x="70399" y="36750"/>
                  </a:cubicBezTo>
                  <a:cubicBezTo>
                    <a:pt x="64644" y="41809"/>
                    <a:pt x="58700" y="47028"/>
                    <a:pt x="47000" y="47028"/>
                  </a:cubicBezTo>
                  <a:cubicBezTo>
                    <a:pt x="35302" y="47028"/>
                    <a:pt x="29343" y="41809"/>
                    <a:pt x="23588" y="36750"/>
                  </a:cubicBezTo>
                  <a:cubicBezTo>
                    <a:pt x="17789" y="31676"/>
                    <a:pt x="11801" y="26413"/>
                    <a:pt x="0" y="26413"/>
                  </a:cubicBezTo>
                  <a:lnTo>
                    <a:pt x="0" y="26703"/>
                  </a:lnTo>
                  <a:cubicBezTo>
                    <a:pt x="11700" y="26703"/>
                    <a:pt x="17644" y="31922"/>
                    <a:pt x="23399" y="36967"/>
                  </a:cubicBezTo>
                  <a:cubicBezTo>
                    <a:pt x="29198" y="42056"/>
                    <a:pt x="35199" y="47304"/>
                    <a:pt x="47000" y="47304"/>
                  </a:cubicBezTo>
                  <a:cubicBezTo>
                    <a:pt x="58801" y="47304"/>
                    <a:pt x="64789" y="42056"/>
                    <a:pt x="70588" y="36967"/>
                  </a:cubicBezTo>
                  <a:cubicBezTo>
                    <a:pt x="76342" y="31922"/>
                    <a:pt x="82301" y="26703"/>
                    <a:pt x="94000" y="26703"/>
                  </a:cubicBezTo>
                  <a:cubicBezTo>
                    <a:pt x="105700" y="26703"/>
                    <a:pt x="111673" y="19860"/>
                    <a:pt x="117456" y="13249"/>
                  </a:cubicBezTo>
                  <a:cubicBezTo>
                    <a:pt x="123281" y="6588"/>
                    <a:pt x="128795" y="276"/>
                    <a:pt x="139715" y="276"/>
                  </a:cubicBezTo>
                  <a:cubicBezTo>
                    <a:pt x="140131" y="276"/>
                    <a:pt x="140554" y="285"/>
                    <a:pt x="140986" y="304"/>
                  </a:cubicBezTo>
                  <a:cubicBezTo>
                    <a:pt x="152337" y="797"/>
                    <a:pt x="158122" y="9799"/>
                    <a:pt x="164240" y="19309"/>
                  </a:cubicBezTo>
                  <a:cubicBezTo>
                    <a:pt x="170168" y="28544"/>
                    <a:pt x="176315" y="38084"/>
                    <a:pt x="187971" y="39460"/>
                  </a:cubicBezTo>
                  <a:cubicBezTo>
                    <a:pt x="189576" y="39649"/>
                    <a:pt x="191074" y="39736"/>
                    <a:pt x="192480" y="39736"/>
                  </a:cubicBezTo>
                  <a:cubicBezTo>
                    <a:pt x="201143" y="39736"/>
                    <a:pt x="206325" y="36417"/>
                    <a:pt x="211775" y="32937"/>
                  </a:cubicBezTo>
                  <a:cubicBezTo>
                    <a:pt x="217676" y="29153"/>
                    <a:pt x="223794" y="25239"/>
                    <a:pt x="235000" y="24746"/>
                  </a:cubicBezTo>
                  <a:cubicBezTo>
                    <a:pt x="246829" y="24224"/>
                    <a:pt x="252773" y="18657"/>
                    <a:pt x="258529" y="13278"/>
                  </a:cubicBezTo>
                  <a:cubicBezTo>
                    <a:pt x="264531" y="7669"/>
                    <a:pt x="270185" y="2377"/>
                    <a:pt x="281986" y="2377"/>
                  </a:cubicBezTo>
                  <a:lnTo>
                    <a:pt x="281986" y="2087"/>
                  </a:lnTo>
                  <a:cubicBezTo>
                    <a:pt x="270083" y="2087"/>
                    <a:pt x="264110" y="7669"/>
                    <a:pt x="258340" y="13075"/>
                  </a:cubicBezTo>
                  <a:cubicBezTo>
                    <a:pt x="252628" y="18425"/>
                    <a:pt x="246713" y="23948"/>
                    <a:pt x="234986" y="24470"/>
                  </a:cubicBezTo>
                  <a:cubicBezTo>
                    <a:pt x="223707" y="24949"/>
                    <a:pt x="217560" y="28892"/>
                    <a:pt x="211616" y="32691"/>
                  </a:cubicBezTo>
                  <a:cubicBezTo>
                    <a:pt x="206208" y="36155"/>
                    <a:pt x="201067" y="39448"/>
                    <a:pt x="192503" y="39448"/>
                  </a:cubicBezTo>
                  <a:cubicBezTo>
                    <a:pt x="191104" y="39448"/>
                    <a:pt x="189613" y="39360"/>
                    <a:pt x="188015" y="39170"/>
                  </a:cubicBezTo>
                  <a:cubicBezTo>
                    <a:pt x="176475" y="37823"/>
                    <a:pt x="170371" y="28326"/>
                    <a:pt x="164471" y="19164"/>
                  </a:cubicBezTo>
                  <a:cubicBezTo>
                    <a:pt x="158310" y="9582"/>
                    <a:pt x="152497" y="521"/>
                    <a:pt x="141000" y="28"/>
                  </a:cubicBezTo>
                  <a:cubicBezTo>
                    <a:pt x="140573" y="9"/>
                    <a:pt x="140154" y="0"/>
                    <a:pt x="13974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-100" y="2852650"/>
              <a:ext cx="9144101" cy="2377428"/>
            </a:xfrm>
            <a:custGeom>
              <a:avLst/>
              <a:gdLst/>
              <a:ahLst/>
              <a:cxnLst/>
              <a:rect l="l" t="t" r="r" b="b"/>
              <a:pathLst>
                <a:path w="281986" h="73270" extrusionOk="0">
                  <a:moveTo>
                    <a:pt x="187986" y="1"/>
                  </a:moveTo>
                  <a:cubicBezTo>
                    <a:pt x="175851" y="1"/>
                    <a:pt x="169617" y="9932"/>
                    <a:pt x="163602" y="19529"/>
                  </a:cubicBezTo>
                  <a:cubicBezTo>
                    <a:pt x="157875" y="28647"/>
                    <a:pt x="151960" y="38086"/>
                    <a:pt x="140971" y="39288"/>
                  </a:cubicBezTo>
                  <a:cubicBezTo>
                    <a:pt x="139120" y="39493"/>
                    <a:pt x="137397" y="39586"/>
                    <a:pt x="135781" y="39586"/>
                  </a:cubicBezTo>
                  <a:cubicBezTo>
                    <a:pt x="126973" y="39586"/>
                    <a:pt x="121388" y="36806"/>
                    <a:pt x="115949" y="34098"/>
                  </a:cubicBezTo>
                  <a:cubicBezTo>
                    <a:pt x="110806" y="31527"/>
                    <a:pt x="105905" y="29087"/>
                    <a:pt x="98650" y="29087"/>
                  </a:cubicBezTo>
                  <a:cubicBezTo>
                    <a:pt x="97192" y="29087"/>
                    <a:pt x="95640" y="29185"/>
                    <a:pt x="93971" y="29401"/>
                  </a:cubicBezTo>
                  <a:cubicBezTo>
                    <a:pt x="81461" y="31025"/>
                    <a:pt x="74560" y="41362"/>
                    <a:pt x="67876" y="51365"/>
                  </a:cubicBezTo>
                  <a:cubicBezTo>
                    <a:pt x="61903" y="60295"/>
                    <a:pt x="56249" y="68732"/>
                    <a:pt x="46957" y="71414"/>
                  </a:cubicBezTo>
                  <a:cubicBezTo>
                    <a:pt x="43103" y="72530"/>
                    <a:pt x="39654" y="72985"/>
                    <a:pt x="36493" y="72985"/>
                  </a:cubicBezTo>
                  <a:cubicBezTo>
                    <a:pt x="29390" y="72985"/>
                    <a:pt x="23741" y="70690"/>
                    <a:pt x="18224" y="68443"/>
                  </a:cubicBezTo>
                  <a:cubicBezTo>
                    <a:pt x="12715" y="66210"/>
                    <a:pt x="7032" y="63890"/>
                    <a:pt x="0" y="63890"/>
                  </a:cubicBezTo>
                  <a:lnTo>
                    <a:pt x="0" y="64180"/>
                  </a:lnTo>
                  <a:cubicBezTo>
                    <a:pt x="6974" y="64180"/>
                    <a:pt x="12642" y="66485"/>
                    <a:pt x="18122" y="68703"/>
                  </a:cubicBezTo>
                  <a:cubicBezTo>
                    <a:pt x="23675" y="70965"/>
                    <a:pt x="29358" y="73269"/>
                    <a:pt x="36504" y="73269"/>
                  </a:cubicBezTo>
                  <a:cubicBezTo>
                    <a:pt x="39680" y="73269"/>
                    <a:pt x="43159" y="72806"/>
                    <a:pt x="47029" y="71690"/>
                  </a:cubicBezTo>
                  <a:cubicBezTo>
                    <a:pt x="56438" y="68978"/>
                    <a:pt x="62106" y="60498"/>
                    <a:pt x="68108" y="51510"/>
                  </a:cubicBezTo>
                  <a:cubicBezTo>
                    <a:pt x="74748" y="41579"/>
                    <a:pt x="81635" y="31301"/>
                    <a:pt x="94015" y="29691"/>
                  </a:cubicBezTo>
                  <a:cubicBezTo>
                    <a:pt x="95674" y="29474"/>
                    <a:pt x="97217" y="29376"/>
                    <a:pt x="98667" y="29376"/>
                  </a:cubicBezTo>
                  <a:cubicBezTo>
                    <a:pt x="105845" y="29376"/>
                    <a:pt x="110716" y="31800"/>
                    <a:pt x="115819" y="34345"/>
                  </a:cubicBezTo>
                  <a:cubicBezTo>
                    <a:pt x="121289" y="37068"/>
                    <a:pt x="126926" y="39874"/>
                    <a:pt x="135810" y="39874"/>
                  </a:cubicBezTo>
                  <a:cubicBezTo>
                    <a:pt x="137426" y="39874"/>
                    <a:pt x="139150" y="39781"/>
                    <a:pt x="141000" y="39578"/>
                  </a:cubicBezTo>
                  <a:cubicBezTo>
                    <a:pt x="152120" y="38346"/>
                    <a:pt x="158078" y="28850"/>
                    <a:pt x="163834" y="19674"/>
                  </a:cubicBezTo>
                  <a:cubicBezTo>
                    <a:pt x="170096" y="9700"/>
                    <a:pt x="176011" y="277"/>
                    <a:pt x="187986" y="277"/>
                  </a:cubicBezTo>
                  <a:cubicBezTo>
                    <a:pt x="200077" y="277"/>
                    <a:pt x="205918" y="7887"/>
                    <a:pt x="212094" y="15934"/>
                  </a:cubicBezTo>
                  <a:cubicBezTo>
                    <a:pt x="217806" y="23370"/>
                    <a:pt x="223707" y="31054"/>
                    <a:pt x="234971" y="32809"/>
                  </a:cubicBezTo>
                  <a:cubicBezTo>
                    <a:pt x="237288" y="33168"/>
                    <a:pt x="239388" y="33326"/>
                    <a:pt x="241322" y="33326"/>
                  </a:cubicBezTo>
                  <a:cubicBezTo>
                    <a:pt x="248362" y="33326"/>
                    <a:pt x="253189" y="31223"/>
                    <a:pt x="258239" y="29039"/>
                  </a:cubicBezTo>
                  <a:cubicBezTo>
                    <a:pt x="264110" y="26488"/>
                    <a:pt x="270765" y="23588"/>
                    <a:pt x="281986" y="23588"/>
                  </a:cubicBezTo>
                  <a:lnTo>
                    <a:pt x="281986" y="23312"/>
                  </a:lnTo>
                  <a:cubicBezTo>
                    <a:pt x="270707" y="23312"/>
                    <a:pt x="264023" y="26212"/>
                    <a:pt x="258123" y="28778"/>
                  </a:cubicBezTo>
                  <a:cubicBezTo>
                    <a:pt x="252935" y="31034"/>
                    <a:pt x="248290" y="33053"/>
                    <a:pt x="241459" y="33053"/>
                  </a:cubicBezTo>
                  <a:cubicBezTo>
                    <a:pt x="239510" y="33053"/>
                    <a:pt x="237383" y="32889"/>
                    <a:pt x="235015" y="32519"/>
                  </a:cubicBezTo>
                  <a:cubicBezTo>
                    <a:pt x="223852" y="30793"/>
                    <a:pt x="217995" y="23153"/>
                    <a:pt x="212312" y="15774"/>
                  </a:cubicBezTo>
                  <a:cubicBezTo>
                    <a:pt x="206092" y="7655"/>
                    <a:pt x="200206" y="1"/>
                    <a:pt x="1879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24"/>
          <p:cNvPicPr preferRelativeResize="0"/>
          <p:nvPr/>
        </p:nvPicPr>
        <p:blipFill>
          <a:blip r:embed="rId2">
            <a:alphaModFix amt="35000"/>
          </a:blip>
          <a:stretch>
            <a:fillRect/>
          </a:stretch>
        </p:blipFill>
        <p:spPr>
          <a:xfrm>
            <a:off x="1341" y="-6858"/>
            <a:ext cx="9141319" cy="515721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" name="Google Shape;226;p24"/>
          <p:cNvGrpSpPr/>
          <p:nvPr/>
        </p:nvGrpSpPr>
        <p:grpSpPr>
          <a:xfrm>
            <a:off x="4302436" y="-600403"/>
            <a:ext cx="4823336" cy="2308744"/>
            <a:chOff x="4302436" y="-600403"/>
            <a:chExt cx="4823336" cy="2308744"/>
          </a:xfrm>
        </p:grpSpPr>
        <p:grpSp>
          <p:nvGrpSpPr>
            <p:cNvPr id="227" name="Google Shape;227;p24"/>
            <p:cNvGrpSpPr/>
            <p:nvPr/>
          </p:nvGrpSpPr>
          <p:grpSpPr>
            <a:xfrm>
              <a:off x="8347804" y="139974"/>
              <a:ext cx="777968" cy="1568368"/>
              <a:chOff x="8347804" y="139974"/>
              <a:chExt cx="777968" cy="1568368"/>
            </a:xfrm>
          </p:grpSpPr>
          <p:sp>
            <p:nvSpPr>
              <p:cNvPr id="228" name="Google Shape;228;p24"/>
              <p:cNvSpPr/>
              <p:nvPr/>
            </p:nvSpPr>
            <p:spPr>
              <a:xfrm>
                <a:off x="8433183" y="139974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4"/>
              <p:cNvSpPr/>
              <p:nvPr/>
            </p:nvSpPr>
            <p:spPr>
              <a:xfrm>
                <a:off x="8433183" y="1027410"/>
                <a:ext cx="11711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2" extrusionOk="0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30" name="Google Shape;230;p24"/>
              <p:cNvGrpSpPr/>
              <p:nvPr/>
            </p:nvGrpSpPr>
            <p:grpSpPr>
              <a:xfrm>
                <a:off x="8347804" y="143567"/>
                <a:ext cx="777968" cy="1354624"/>
                <a:chOff x="8347804" y="143567"/>
                <a:chExt cx="777968" cy="1354624"/>
              </a:xfrm>
            </p:grpSpPr>
            <p:sp>
              <p:nvSpPr>
                <p:cNvPr id="231" name="Google Shape;231;p24"/>
                <p:cNvSpPr/>
                <p:nvPr/>
              </p:nvSpPr>
              <p:spPr>
                <a:xfrm>
                  <a:off x="8354124" y="356396"/>
                  <a:ext cx="170769" cy="6773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6" h="10932" extrusionOk="0">
                      <a:moveTo>
                        <a:pt x="1" y="1"/>
                      </a:moveTo>
                      <a:lnTo>
                        <a:pt x="1" y="10932"/>
                      </a:lnTo>
                      <a:lnTo>
                        <a:pt x="2755" y="10932"/>
                      </a:lnTo>
                      <a:lnTo>
                        <a:pt x="2755" y="1"/>
                      </a:lnTo>
                      <a:close/>
                    </a:path>
                  </a:pathLst>
                </a:custGeom>
                <a:solidFill>
                  <a:srgbClr val="00FF00">
                    <a:alpha val="4367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2" name="Google Shape;232;p24"/>
                <p:cNvSpPr/>
                <p:nvPr/>
              </p:nvSpPr>
              <p:spPr>
                <a:xfrm>
                  <a:off x="8347804" y="350200"/>
                  <a:ext cx="182480" cy="6889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" h="11119" extrusionOk="0">
                      <a:moveTo>
                        <a:pt x="2755" y="188"/>
                      </a:moveTo>
                      <a:lnTo>
                        <a:pt x="2755" y="10931"/>
                      </a:lnTo>
                      <a:lnTo>
                        <a:pt x="190" y="10931"/>
                      </a:lnTo>
                      <a:lnTo>
                        <a:pt x="190" y="188"/>
                      </a:lnTo>
                      <a:close/>
                      <a:moveTo>
                        <a:pt x="103" y="0"/>
                      </a:moveTo>
                      <a:cubicBezTo>
                        <a:pt x="45" y="0"/>
                        <a:pt x="1" y="43"/>
                        <a:pt x="1" y="101"/>
                      </a:cubicBezTo>
                      <a:lnTo>
                        <a:pt x="1" y="11032"/>
                      </a:lnTo>
                      <a:cubicBezTo>
                        <a:pt x="1" y="11090"/>
                        <a:pt x="45" y="11119"/>
                        <a:pt x="103" y="11119"/>
                      </a:cubicBezTo>
                      <a:lnTo>
                        <a:pt x="2857" y="11119"/>
                      </a:lnTo>
                      <a:cubicBezTo>
                        <a:pt x="2915" y="11119"/>
                        <a:pt x="2944" y="11090"/>
                        <a:pt x="2944" y="11032"/>
                      </a:cubicBezTo>
                      <a:lnTo>
                        <a:pt x="2944" y="101"/>
                      </a:lnTo>
                      <a:cubicBezTo>
                        <a:pt x="2944" y="43"/>
                        <a:pt x="2915" y="0"/>
                        <a:pt x="2857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3" name="Google Shape;233;p24"/>
                <p:cNvSpPr/>
                <p:nvPr/>
              </p:nvSpPr>
              <p:spPr>
                <a:xfrm>
                  <a:off x="8651403" y="359989"/>
                  <a:ext cx="170769" cy="1635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56" h="2640" extrusionOk="0">
                      <a:moveTo>
                        <a:pt x="1" y="1"/>
                      </a:moveTo>
                      <a:lnTo>
                        <a:pt x="1" y="2639"/>
                      </a:lnTo>
                      <a:lnTo>
                        <a:pt x="2755" y="2639"/>
                      </a:lnTo>
                      <a:lnTo>
                        <a:pt x="2755" y="1"/>
                      </a:lnTo>
                      <a:close/>
                    </a:path>
                  </a:pathLst>
                </a:custGeom>
                <a:solidFill>
                  <a:srgbClr val="89FFFF">
                    <a:alpha val="443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4" name="Google Shape;234;p24"/>
                <p:cNvSpPr/>
                <p:nvPr/>
              </p:nvSpPr>
              <p:spPr>
                <a:xfrm>
                  <a:off x="8646013" y="353793"/>
                  <a:ext cx="182480" cy="175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5" h="2827" extrusionOk="0">
                      <a:moveTo>
                        <a:pt x="2755" y="188"/>
                      </a:moveTo>
                      <a:lnTo>
                        <a:pt x="2755" y="2639"/>
                      </a:lnTo>
                      <a:lnTo>
                        <a:pt x="190" y="2639"/>
                      </a:lnTo>
                      <a:lnTo>
                        <a:pt x="190" y="188"/>
                      </a:lnTo>
                      <a:close/>
                      <a:moveTo>
                        <a:pt x="88" y="0"/>
                      </a:moveTo>
                      <a:cubicBezTo>
                        <a:pt x="45" y="0"/>
                        <a:pt x="1" y="43"/>
                        <a:pt x="1" y="101"/>
                      </a:cubicBezTo>
                      <a:lnTo>
                        <a:pt x="1" y="2739"/>
                      </a:lnTo>
                      <a:cubicBezTo>
                        <a:pt x="1" y="2783"/>
                        <a:pt x="45" y="2826"/>
                        <a:pt x="88" y="2826"/>
                      </a:cubicBezTo>
                      <a:lnTo>
                        <a:pt x="2842" y="2826"/>
                      </a:lnTo>
                      <a:cubicBezTo>
                        <a:pt x="2900" y="2826"/>
                        <a:pt x="2944" y="2783"/>
                        <a:pt x="2944" y="2739"/>
                      </a:cubicBezTo>
                      <a:lnTo>
                        <a:pt x="2944" y="101"/>
                      </a:lnTo>
                      <a:cubicBezTo>
                        <a:pt x="2944" y="43"/>
                        <a:pt x="2900" y="0"/>
                        <a:pt x="2842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5" name="Google Shape;235;p24"/>
                <p:cNvSpPr/>
                <p:nvPr/>
              </p:nvSpPr>
              <p:spPr>
                <a:xfrm>
                  <a:off x="8731393" y="143567"/>
                  <a:ext cx="11711" cy="221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" h="3581" extrusionOk="0">
                      <a:moveTo>
                        <a:pt x="88" y="1"/>
                      </a:moveTo>
                      <a:cubicBezTo>
                        <a:pt x="44" y="1"/>
                        <a:pt x="1" y="44"/>
                        <a:pt x="1" y="102"/>
                      </a:cubicBezTo>
                      <a:lnTo>
                        <a:pt x="1" y="3494"/>
                      </a:lnTo>
                      <a:cubicBezTo>
                        <a:pt x="1" y="3538"/>
                        <a:pt x="44" y="3581"/>
                        <a:pt x="88" y="3581"/>
                      </a:cubicBezTo>
                      <a:cubicBezTo>
                        <a:pt x="146" y="3581"/>
                        <a:pt x="188" y="3538"/>
                        <a:pt x="188" y="3494"/>
                      </a:cubicBezTo>
                      <a:lnTo>
                        <a:pt x="188" y="102"/>
                      </a:lnTo>
                      <a:cubicBezTo>
                        <a:pt x="188" y="44"/>
                        <a:pt x="146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6" name="Google Shape;236;p24"/>
                <p:cNvSpPr/>
                <p:nvPr/>
              </p:nvSpPr>
              <p:spPr>
                <a:xfrm>
                  <a:off x="8731393" y="517241"/>
                  <a:ext cx="11711" cy="2218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" h="3581" extrusionOk="0">
                      <a:moveTo>
                        <a:pt x="88" y="1"/>
                      </a:moveTo>
                      <a:cubicBezTo>
                        <a:pt x="44" y="1"/>
                        <a:pt x="1" y="43"/>
                        <a:pt x="1" y="101"/>
                      </a:cubicBezTo>
                      <a:lnTo>
                        <a:pt x="1" y="3494"/>
                      </a:lnTo>
                      <a:cubicBezTo>
                        <a:pt x="1" y="3538"/>
                        <a:pt x="44" y="3581"/>
                        <a:pt x="88" y="3581"/>
                      </a:cubicBezTo>
                      <a:cubicBezTo>
                        <a:pt x="146" y="3581"/>
                        <a:pt x="188" y="3538"/>
                        <a:pt x="188" y="3494"/>
                      </a:cubicBezTo>
                      <a:lnTo>
                        <a:pt x="188" y="101"/>
                      </a:lnTo>
                      <a:cubicBezTo>
                        <a:pt x="188" y="43"/>
                        <a:pt x="146" y="1"/>
                        <a:pt x="88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37;p24"/>
                <p:cNvSpPr/>
                <p:nvPr/>
              </p:nvSpPr>
              <p:spPr>
                <a:xfrm>
                  <a:off x="8948745" y="538803"/>
                  <a:ext cx="171636" cy="9539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" h="15397" extrusionOk="0">
                      <a:moveTo>
                        <a:pt x="1" y="0"/>
                      </a:moveTo>
                      <a:lnTo>
                        <a:pt x="1" y="15396"/>
                      </a:lnTo>
                      <a:lnTo>
                        <a:pt x="2769" y="15396"/>
                      </a:lnTo>
                      <a:lnTo>
                        <a:pt x="2769" y="0"/>
                      </a:lnTo>
                      <a:close/>
                    </a:path>
                  </a:pathLst>
                </a:custGeom>
                <a:solidFill>
                  <a:srgbClr val="89FFFF">
                    <a:alpha val="44300"/>
                  </a:srgbClr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8" name="Google Shape;238;p24"/>
                <p:cNvSpPr/>
                <p:nvPr/>
              </p:nvSpPr>
              <p:spPr>
                <a:xfrm>
                  <a:off x="8943355" y="532483"/>
                  <a:ext cx="182418" cy="965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4" h="15586" extrusionOk="0">
                      <a:moveTo>
                        <a:pt x="2755" y="189"/>
                      </a:moveTo>
                      <a:lnTo>
                        <a:pt x="2755" y="15396"/>
                      </a:lnTo>
                      <a:lnTo>
                        <a:pt x="189" y="15396"/>
                      </a:lnTo>
                      <a:lnTo>
                        <a:pt x="189" y="189"/>
                      </a:lnTo>
                      <a:close/>
                      <a:moveTo>
                        <a:pt x="88" y="0"/>
                      </a:moveTo>
                      <a:cubicBezTo>
                        <a:pt x="44" y="0"/>
                        <a:pt x="1" y="44"/>
                        <a:pt x="1" y="102"/>
                      </a:cubicBezTo>
                      <a:lnTo>
                        <a:pt x="1" y="15498"/>
                      </a:lnTo>
                      <a:cubicBezTo>
                        <a:pt x="1" y="15541"/>
                        <a:pt x="44" y="15585"/>
                        <a:pt x="88" y="15585"/>
                      </a:cubicBezTo>
                      <a:lnTo>
                        <a:pt x="2856" y="15585"/>
                      </a:lnTo>
                      <a:cubicBezTo>
                        <a:pt x="2900" y="15585"/>
                        <a:pt x="2943" y="15541"/>
                        <a:pt x="2943" y="15498"/>
                      </a:cubicBezTo>
                      <a:lnTo>
                        <a:pt x="2943" y="102"/>
                      </a:lnTo>
                      <a:cubicBezTo>
                        <a:pt x="2943" y="44"/>
                        <a:pt x="2900" y="0"/>
                        <a:pt x="2856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39;p24"/>
                <p:cNvSpPr/>
                <p:nvPr/>
              </p:nvSpPr>
              <p:spPr>
                <a:xfrm>
                  <a:off x="9028672" y="322318"/>
                  <a:ext cx="11773" cy="2219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" h="3582" extrusionOk="0">
                      <a:moveTo>
                        <a:pt x="88" y="0"/>
                      </a:moveTo>
                      <a:cubicBezTo>
                        <a:pt x="45" y="0"/>
                        <a:pt x="1" y="44"/>
                        <a:pt x="1" y="102"/>
                      </a:cubicBezTo>
                      <a:lnTo>
                        <a:pt x="1" y="3494"/>
                      </a:lnTo>
                      <a:cubicBezTo>
                        <a:pt x="1" y="3537"/>
                        <a:pt x="45" y="3581"/>
                        <a:pt x="88" y="3581"/>
                      </a:cubicBezTo>
                      <a:cubicBezTo>
                        <a:pt x="146" y="3581"/>
                        <a:pt x="190" y="3537"/>
                        <a:pt x="190" y="3494"/>
                      </a:cubicBezTo>
                      <a:lnTo>
                        <a:pt x="190" y="102"/>
                      </a:lnTo>
                      <a:cubicBezTo>
                        <a:pt x="190" y="44"/>
                        <a:pt x="146" y="0"/>
                        <a:pt x="88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240" name="Google Shape;240;p24"/>
              <p:cNvSpPr/>
              <p:nvPr/>
            </p:nvSpPr>
            <p:spPr>
              <a:xfrm>
                <a:off x="9028672" y="1486401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41" name="Google Shape;241;p24"/>
            <p:cNvGrpSpPr/>
            <p:nvPr/>
          </p:nvGrpSpPr>
          <p:grpSpPr>
            <a:xfrm flipH="1">
              <a:off x="7480141" y="-242895"/>
              <a:ext cx="777101" cy="1564775"/>
              <a:chOff x="25728" y="3503092"/>
              <a:chExt cx="777101" cy="1564775"/>
            </a:xfrm>
          </p:grpSpPr>
          <p:sp>
            <p:nvSpPr>
              <p:cNvPr id="242" name="Google Shape;242;p24"/>
              <p:cNvSpPr/>
              <p:nvPr/>
            </p:nvSpPr>
            <p:spPr>
              <a:xfrm>
                <a:off x="31119" y="3719514"/>
                <a:ext cx="170769" cy="163574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2640" extrusionOk="0">
                    <a:moveTo>
                      <a:pt x="1" y="1"/>
                    </a:moveTo>
                    <a:lnTo>
                      <a:pt x="1" y="2639"/>
                    </a:lnTo>
                    <a:lnTo>
                      <a:pt x="2755" y="2639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24"/>
              <p:cNvSpPr/>
              <p:nvPr/>
            </p:nvSpPr>
            <p:spPr>
              <a:xfrm>
                <a:off x="25728" y="3713318"/>
                <a:ext cx="182480" cy="175161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827" extrusionOk="0">
                    <a:moveTo>
                      <a:pt x="2755" y="188"/>
                    </a:moveTo>
                    <a:lnTo>
                      <a:pt x="2755" y="2639"/>
                    </a:lnTo>
                    <a:lnTo>
                      <a:pt x="190" y="2639"/>
                    </a:lnTo>
                    <a:lnTo>
                      <a:pt x="190" y="188"/>
                    </a:lnTo>
                    <a:close/>
                    <a:moveTo>
                      <a:pt x="88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2739"/>
                    </a:lnTo>
                    <a:cubicBezTo>
                      <a:pt x="1" y="2783"/>
                      <a:pt x="45" y="2826"/>
                      <a:pt x="88" y="2826"/>
                    </a:cubicBezTo>
                    <a:lnTo>
                      <a:pt x="2842" y="2826"/>
                    </a:lnTo>
                    <a:cubicBezTo>
                      <a:pt x="2900" y="2826"/>
                      <a:pt x="2944" y="2783"/>
                      <a:pt x="2944" y="2739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24"/>
              <p:cNvSpPr/>
              <p:nvPr/>
            </p:nvSpPr>
            <p:spPr>
              <a:xfrm>
                <a:off x="111108" y="3503092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24"/>
              <p:cNvSpPr/>
              <p:nvPr/>
            </p:nvSpPr>
            <p:spPr>
              <a:xfrm>
                <a:off x="111108" y="3876766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Google Shape;246;p24"/>
              <p:cNvSpPr/>
              <p:nvPr/>
            </p:nvSpPr>
            <p:spPr>
              <a:xfrm>
                <a:off x="328460" y="3898328"/>
                <a:ext cx="171636" cy="953998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5397" extrusionOk="0">
                    <a:moveTo>
                      <a:pt x="1" y="0"/>
                    </a:moveTo>
                    <a:lnTo>
                      <a:pt x="1" y="15396"/>
                    </a:lnTo>
                    <a:lnTo>
                      <a:pt x="2769" y="15396"/>
                    </a:lnTo>
                    <a:lnTo>
                      <a:pt x="2769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Google Shape;247;p24"/>
              <p:cNvSpPr/>
              <p:nvPr/>
            </p:nvSpPr>
            <p:spPr>
              <a:xfrm>
                <a:off x="323070" y="3892008"/>
                <a:ext cx="182418" cy="965709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5586" extrusionOk="0">
                    <a:moveTo>
                      <a:pt x="2755" y="189"/>
                    </a:moveTo>
                    <a:lnTo>
                      <a:pt x="2755" y="15396"/>
                    </a:lnTo>
                    <a:lnTo>
                      <a:pt x="189" y="15396"/>
                    </a:lnTo>
                    <a:lnTo>
                      <a:pt x="189" y="189"/>
                    </a:lnTo>
                    <a:close/>
                    <a:moveTo>
                      <a:pt x="88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15498"/>
                    </a:lnTo>
                    <a:cubicBezTo>
                      <a:pt x="1" y="15541"/>
                      <a:pt x="44" y="15585"/>
                      <a:pt x="88" y="15585"/>
                    </a:cubicBezTo>
                    <a:lnTo>
                      <a:pt x="2856" y="15585"/>
                    </a:lnTo>
                    <a:cubicBezTo>
                      <a:pt x="2900" y="15585"/>
                      <a:pt x="2943" y="15541"/>
                      <a:pt x="2943" y="15498"/>
                    </a:cubicBezTo>
                    <a:lnTo>
                      <a:pt x="2943" y="102"/>
                    </a:lnTo>
                    <a:cubicBezTo>
                      <a:pt x="2943" y="44"/>
                      <a:pt x="2900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Google Shape;248;p24"/>
              <p:cNvSpPr/>
              <p:nvPr/>
            </p:nvSpPr>
            <p:spPr>
              <a:xfrm>
                <a:off x="408388" y="3681843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7"/>
                      <a:pt x="45" y="3581"/>
                      <a:pt x="88" y="3581"/>
                    </a:cubicBezTo>
                    <a:cubicBezTo>
                      <a:pt x="146" y="3581"/>
                      <a:pt x="190" y="3537"/>
                      <a:pt x="190" y="3494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Google Shape;249;p24"/>
              <p:cNvSpPr/>
              <p:nvPr/>
            </p:nvSpPr>
            <p:spPr>
              <a:xfrm>
                <a:off x="408388" y="4845926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Google Shape;250;p24"/>
              <p:cNvSpPr/>
              <p:nvPr/>
            </p:nvSpPr>
            <p:spPr>
              <a:xfrm>
                <a:off x="626670" y="4713892"/>
                <a:ext cx="170769" cy="138419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2234" extrusionOk="0">
                    <a:moveTo>
                      <a:pt x="1" y="1"/>
                    </a:moveTo>
                    <a:lnTo>
                      <a:pt x="1" y="2233"/>
                    </a:lnTo>
                    <a:lnTo>
                      <a:pt x="2755" y="223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Google Shape;251;p24"/>
              <p:cNvSpPr/>
              <p:nvPr/>
            </p:nvSpPr>
            <p:spPr>
              <a:xfrm>
                <a:off x="620350" y="4707572"/>
                <a:ext cx="182480" cy="150129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423" extrusionOk="0">
                    <a:moveTo>
                      <a:pt x="2755" y="190"/>
                    </a:moveTo>
                    <a:lnTo>
                      <a:pt x="2755" y="2233"/>
                    </a:lnTo>
                    <a:lnTo>
                      <a:pt x="190" y="2233"/>
                    </a:lnTo>
                    <a:lnTo>
                      <a:pt x="190" y="190"/>
                    </a:lnTo>
                    <a:close/>
                    <a:moveTo>
                      <a:pt x="103" y="1"/>
                    </a:moveTo>
                    <a:cubicBezTo>
                      <a:pt x="45" y="1"/>
                      <a:pt x="1" y="45"/>
                      <a:pt x="1" y="103"/>
                    </a:cubicBezTo>
                    <a:lnTo>
                      <a:pt x="1" y="2335"/>
                    </a:lnTo>
                    <a:cubicBezTo>
                      <a:pt x="1" y="2378"/>
                      <a:pt x="45" y="2422"/>
                      <a:pt x="103" y="2422"/>
                    </a:cubicBezTo>
                    <a:lnTo>
                      <a:pt x="2857" y="2422"/>
                    </a:lnTo>
                    <a:cubicBezTo>
                      <a:pt x="2915" y="2422"/>
                      <a:pt x="2944" y="2378"/>
                      <a:pt x="2944" y="2335"/>
                    </a:cubicBezTo>
                    <a:lnTo>
                      <a:pt x="2944" y="103"/>
                    </a:lnTo>
                    <a:cubicBezTo>
                      <a:pt x="2944" y="45"/>
                      <a:pt x="2915" y="1"/>
                      <a:pt x="2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Google Shape;252;p24"/>
              <p:cNvSpPr/>
              <p:nvPr/>
            </p:nvSpPr>
            <p:spPr>
              <a:xfrm>
                <a:off x="705729" y="4497408"/>
                <a:ext cx="11711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2" extrusionOk="0">
                    <a:moveTo>
                      <a:pt x="102" y="0"/>
                    </a:moveTo>
                    <a:cubicBezTo>
                      <a:pt x="44" y="0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3"/>
                    </a:lnTo>
                    <a:cubicBezTo>
                      <a:pt x="189" y="45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24"/>
              <p:cNvSpPr/>
              <p:nvPr/>
            </p:nvSpPr>
            <p:spPr>
              <a:xfrm>
                <a:off x="705729" y="4845926"/>
                <a:ext cx="11711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2" extrusionOk="0">
                    <a:moveTo>
                      <a:pt x="102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2"/>
                    </a:lnTo>
                    <a:cubicBezTo>
                      <a:pt x="189" y="44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4" name="Google Shape;254;p24"/>
            <p:cNvGrpSpPr/>
            <p:nvPr/>
          </p:nvGrpSpPr>
          <p:grpSpPr>
            <a:xfrm>
              <a:off x="4302436" y="-600403"/>
              <a:ext cx="480689" cy="1365391"/>
              <a:chOff x="4226236" y="-600403"/>
              <a:chExt cx="480689" cy="1365391"/>
            </a:xfrm>
          </p:grpSpPr>
          <p:sp>
            <p:nvSpPr>
              <p:cNvPr id="255" name="Google Shape;255;p24"/>
              <p:cNvSpPr/>
              <p:nvPr/>
            </p:nvSpPr>
            <p:spPr>
              <a:xfrm rot="10800000" flipH="1">
                <a:off x="4232556" y="305869"/>
                <a:ext cx="170769" cy="243503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3930" extrusionOk="0">
                    <a:moveTo>
                      <a:pt x="1" y="0"/>
                    </a:moveTo>
                    <a:lnTo>
                      <a:pt x="1" y="3929"/>
                    </a:lnTo>
                    <a:lnTo>
                      <a:pt x="2755" y="3929"/>
                    </a:lnTo>
                    <a:lnTo>
                      <a:pt x="2755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24"/>
              <p:cNvSpPr/>
              <p:nvPr/>
            </p:nvSpPr>
            <p:spPr>
              <a:xfrm rot="10800000" flipH="1">
                <a:off x="4226236" y="299611"/>
                <a:ext cx="182480" cy="256019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4132" extrusionOk="0">
                    <a:moveTo>
                      <a:pt x="2755" y="188"/>
                    </a:moveTo>
                    <a:lnTo>
                      <a:pt x="2755" y="3943"/>
                    </a:lnTo>
                    <a:lnTo>
                      <a:pt x="190" y="3943"/>
                    </a:lnTo>
                    <a:lnTo>
                      <a:pt x="190" y="188"/>
                    </a:lnTo>
                    <a:close/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4030"/>
                    </a:lnTo>
                    <a:cubicBezTo>
                      <a:pt x="1" y="4088"/>
                      <a:pt x="45" y="4131"/>
                      <a:pt x="103" y="4131"/>
                    </a:cubicBezTo>
                    <a:lnTo>
                      <a:pt x="2857" y="4131"/>
                    </a:lnTo>
                    <a:cubicBezTo>
                      <a:pt x="2900" y="4131"/>
                      <a:pt x="2944" y="4088"/>
                      <a:pt x="2944" y="4030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24"/>
              <p:cNvSpPr/>
              <p:nvPr/>
            </p:nvSpPr>
            <p:spPr>
              <a:xfrm rot="10800000" flipH="1">
                <a:off x="4311615" y="90314"/>
                <a:ext cx="11711" cy="22101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67" extrusionOk="0">
                    <a:moveTo>
                      <a:pt x="101" y="0"/>
                    </a:moveTo>
                    <a:cubicBezTo>
                      <a:pt x="43" y="0"/>
                      <a:pt x="0" y="43"/>
                      <a:pt x="0" y="87"/>
                    </a:cubicBezTo>
                    <a:lnTo>
                      <a:pt x="0" y="3480"/>
                    </a:lnTo>
                    <a:cubicBezTo>
                      <a:pt x="0" y="3523"/>
                      <a:pt x="43" y="3567"/>
                      <a:pt x="101" y="3567"/>
                    </a:cubicBezTo>
                    <a:cubicBezTo>
                      <a:pt x="145" y="3567"/>
                      <a:pt x="188" y="3523"/>
                      <a:pt x="188" y="3480"/>
                    </a:cubicBezTo>
                    <a:lnTo>
                      <a:pt x="188" y="87"/>
                    </a:lnTo>
                    <a:cubicBezTo>
                      <a:pt x="188" y="43"/>
                      <a:pt x="145" y="0"/>
                      <a:pt x="10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24"/>
              <p:cNvSpPr/>
              <p:nvPr/>
            </p:nvSpPr>
            <p:spPr>
              <a:xfrm rot="10800000" flipH="1">
                <a:off x="4311615" y="543915"/>
                <a:ext cx="11711" cy="22107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68" extrusionOk="0">
                    <a:moveTo>
                      <a:pt x="101" y="1"/>
                    </a:moveTo>
                    <a:cubicBezTo>
                      <a:pt x="43" y="1"/>
                      <a:pt x="0" y="30"/>
                      <a:pt x="0" y="88"/>
                    </a:cubicBezTo>
                    <a:lnTo>
                      <a:pt x="0" y="3480"/>
                    </a:lnTo>
                    <a:cubicBezTo>
                      <a:pt x="0" y="3524"/>
                      <a:pt x="43" y="3567"/>
                      <a:pt x="101" y="3567"/>
                    </a:cubicBezTo>
                    <a:cubicBezTo>
                      <a:pt x="145" y="3567"/>
                      <a:pt x="188" y="3524"/>
                      <a:pt x="188" y="3480"/>
                    </a:cubicBezTo>
                    <a:lnTo>
                      <a:pt x="188" y="88"/>
                    </a:lnTo>
                    <a:cubicBezTo>
                      <a:pt x="188" y="30"/>
                      <a:pt x="145" y="1"/>
                      <a:pt x="1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59;p24"/>
              <p:cNvSpPr/>
              <p:nvPr/>
            </p:nvSpPr>
            <p:spPr>
              <a:xfrm rot="10800000" flipH="1">
                <a:off x="4529835" y="-384856"/>
                <a:ext cx="170769" cy="677347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10932" extrusionOk="0">
                    <a:moveTo>
                      <a:pt x="1" y="0"/>
                    </a:moveTo>
                    <a:lnTo>
                      <a:pt x="1" y="10931"/>
                    </a:lnTo>
                    <a:lnTo>
                      <a:pt x="2755" y="10931"/>
                    </a:lnTo>
                    <a:lnTo>
                      <a:pt x="2755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60;p24"/>
              <p:cNvSpPr/>
              <p:nvPr/>
            </p:nvSpPr>
            <p:spPr>
              <a:xfrm rot="10800000" flipH="1">
                <a:off x="4523577" y="-390247"/>
                <a:ext cx="183347" cy="688995"/>
              </a:xfrm>
              <a:custGeom>
                <a:avLst/>
                <a:gdLst/>
                <a:ahLst/>
                <a:cxnLst/>
                <a:rect l="l" t="t" r="r" b="b"/>
                <a:pathLst>
                  <a:path w="2959" h="11120" extrusionOk="0">
                    <a:moveTo>
                      <a:pt x="2769" y="188"/>
                    </a:moveTo>
                    <a:lnTo>
                      <a:pt x="2769" y="10931"/>
                    </a:lnTo>
                    <a:lnTo>
                      <a:pt x="189" y="10931"/>
                    </a:lnTo>
                    <a:lnTo>
                      <a:pt x="189" y="188"/>
                    </a:lnTo>
                    <a:close/>
                    <a:moveTo>
                      <a:pt x="102" y="0"/>
                    </a:moveTo>
                    <a:cubicBezTo>
                      <a:pt x="44" y="0"/>
                      <a:pt x="1" y="43"/>
                      <a:pt x="1" y="101"/>
                    </a:cubicBezTo>
                    <a:lnTo>
                      <a:pt x="1" y="11032"/>
                    </a:lnTo>
                    <a:cubicBezTo>
                      <a:pt x="1" y="11076"/>
                      <a:pt x="44" y="11119"/>
                      <a:pt x="102" y="11119"/>
                    </a:cubicBezTo>
                    <a:lnTo>
                      <a:pt x="2856" y="11119"/>
                    </a:lnTo>
                    <a:cubicBezTo>
                      <a:pt x="2914" y="11119"/>
                      <a:pt x="2958" y="11076"/>
                      <a:pt x="2958" y="11032"/>
                    </a:cubicBezTo>
                    <a:lnTo>
                      <a:pt x="2958" y="101"/>
                    </a:lnTo>
                    <a:cubicBezTo>
                      <a:pt x="2958" y="43"/>
                      <a:pt x="2914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24"/>
              <p:cNvSpPr/>
              <p:nvPr/>
            </p:nvSpPr>
            <p:spPr>
              <a:xfrm rot="10800000" flipH="1">
                <a:off x="4609824" y="-600403"/>
                <a:ext cx="10843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581" extrusionOk="0">
                    <a:moveTo>
                      <a:pt x="87" y="0"/>
                    </a:moveTo>
                    <a:cubicBezTo>
                      <a:pt x="29" y="0"/>
                      <a:pt x="0" y="43"/>
                      <a:pt x="0" y="101"/>
                    </a:cubicBezTo>
                    <a:lnTo>
                      <a:pt x="0" y="3494"/>
                    </a:lnTo>
                    <a:cubicBezTo>
                      <a:pt x="0" y="3538"/>
                      <a:pt x="29" y="3580"/>
                      <a:pt x="87" y="3580"/>
                    </a:cubicBezTo>
                    <a:cubicBezTo>
                      <a:pt x="145" y="3580"/>
                      <a:pt x="174" y="3538"/>
                      <a:pt x="174" y="3494"/>
                    </a:cubicBezTo>
                    <a:lnTo>
                      <a:pt x="174" y="101"/>
                    </a:lnTo>
                    <a:cubicBezTo>
                      <a:pt x="174" y="43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24"/>
              <p:cNvSpPr/>
              <p:nvPr/>
            </p:nvSpPr>
            <p:spPr>
              <a:xfrm rot="10800000" flipH="1">
                <a:off x="4609824" y="287034"/>
                <a:ext cx="10843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75" h="3581" extrusionOk="0">
                    <a:moveTo>
                      <a:pt x="87" y="0"/>
                    </a:moveTo>
                    <a:cubicBezTo>
                      <a:pt x="29" y="0"/>
                      <a:pt x="0" y="43"/>
                      <a:pt x="0" y="101"/>
                    </a:cubicBezTo>
                    <a:lnTo>
                      <a:pt x="0" y="3493"/>
                    </a:lnTo>
                    <a:cubicBezTo>
                      <a:pt x="0" y="3537"/>
                      <a:pt x="29" y="3580"/>
                      <a:pt x="87" y="3580"/>
                    </a:cubicBezTo>
                    <a:cubicBezTo>
                      <a:pt x="145" y="3580"/>
                      <a:pt x="174" y="3537"/>
                      <a:pt x="174" y="3493"/>
                    </a:cubicBezTo>
                    <a:lnTo>
                      <a:pt x="174" y="101"/>
                    </a:lnTo>
                    <a:cubicBezTo>
                      <a:pt x="174" y="43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63" name="Google Shape;263;p24"/>
            <p:cNvGrpSpPr/>
            <p:nvPr/>
          </p:nvGrpSpPr>
          <p:grpSpPr>
            <a:xfrm>
              <a:off x="6688769" y="2"/>
              <a:ext cx="777039" cy="1366258"/>
              <a:chOff x="-3076431" y="1851552"/>
              <a:chExt cx="777039" cy="1366258"/>
            </a:xfrm>
          </p:grpSpPr>
          <p:sp>
            <p:nvSpPr>
              <p:cNvPr id="264" name="Google Shape;264;p24"/>
              <p:cNvSpPr/>
              <p:nvPr/>
            </p:nvSpPr>
            <p:spPr>
              <a:xfrm>
                <a:off x="-3071040" y="2757824"/>
                <a:ext cx="170769" cy="244370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3944" extrusionOk="0">
                    <a:moveTo>
                      <a:pt x="1" y="1"/>
                    </a:moveTo>
                    <a:lnTo>
                      <a:pt x="1" y="3944"/>
                    </a:lnTo>
                    <a:lnTo>
                      <a:pt x="2755" y="3944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-3076431" y="2752434"/>
                <a:ext cx="182418" cy="255151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118" extrusionOk="0">
                    <a:moveTo>
                      <a:pt x="2755" y="190"/>
                    </a:moveTo>
                    <a:lnTo>
                      <a:pt x="2755" y="3930"/>
                    </a:lnTo>
                    <a:lnTo>
                      <a:pt x="175" y="3930"/>
                    </a:lnTo>
                    <a:lnTo>
                      <a:pt x="175" y="190"/>
                    </a:lnTo>
                    <a:close/>
                    <a:moveTo>
                      <a:pt x="88" y="1"/>
                    </a:moveTo>
                    <a:cubicBezTo>
                      <a:pt x="30" y="1"/>
                      <a:pt x="1" y="45"/>
                      <a:pt x="1" y="88"/>
                    </a:cubicBezTo>
                    <a:lnTo>
                      <a:pt x="1" y="4031"/>
                    </a:lnTo>
                    <a:cubicBezTo>
                      <a:pt x="1" y="4075"/>
                      <a:pt x="30" y="4118"/>
                      <a:pt x="88" y="4118"/>
                    </a:cubicBezTo>
                    <a:lnTo>
                      <a:pt x="2842" y="4118"/>
                    </a:lnTo>
                    <a:cubicBezTo>
                      <a:pt x="2900" y="4118"/>
                      <a:pt x="2943" y="4075"/>
                      <a:pt x="2943" y="4031"/>
                    </a:cubicBezTo>
                    <a:lnTo>
                      <a:pt x="2943" y="88"/>
                    </a:lnTo>
                    <a:cubicBezTo>
                      <a:pt x="2943" y="45"/>
                      <a:pt x="2900" y="1"/>
                      <a:pt x="284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-2991113" y="2542270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7" y="0"/>
                    </a:moveTo>
                    <a:cubicBezTo>
                      <a:pt x="29" y="0"/>
                      <a:pt x="0" y="44"/>
                      <a:pt x="0" y="102"/>
                    </a:cubicBezTo>
                    <a:lnTo>
                      <a:pt x="0" y="3480"/>
                    </a:lnTo>
                    <a:cubicBezTo>
                      <a:pt x="0" y="3538"/>
                      <a:pt x="29" y="3582"/>
                      <a:pt x="87" y="3582"/>
                    </a:cubicBezTo>
                    <a:cubicBezTo>
                      <a:pt x="145" y="3582"/>
                      <a:pt x="189" y="3538"/>
                      <a:pt x="189" y="3480"/>
                    </a:cubicBezTo>
                    <a:lnTo>
                      <a:pt x="189" y="102"/>
                    </a:lnTo>
                    <a:cubicBezTo>
                      <a:pt x="189" y="44"/>
                      <a:pt x="145" y="0"/>
                      <a:pt x="8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>
                <a:off x="-2991113" y="2995870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7" y="1"/>
                    </a:moveTo>
                    <a:cubicBezTo>
                      <a:pt x="29" y="1"/>
                      <a:pt x="0" y="44"/>
                      <a:pt x="0" y="102"/>
                    </a:cubicBezTo>
                    <a:lnTo>
                      <a:pt x="0" y="3480"/>
                    </a:lnTo>
                    <a:cubicBezTo>
                      <a:pt x="0" y="3538"/>
                      <a:pt x="29" y="3581"/>
                      <a:pt x="87" y="3581"/>
                    </a:cubicBezTo>
                    <a:cubicBezTo>
                      <a:pt x="145" y="3581"/>
                      <a:pt x="189" y="3538"/>
                      <a:pt x="189" y="3480"/>
                    </a:cubicBezTo>
                    <a:lnTo>
                      <a:pt x="189" y="102"/>
                    </a:lnTo>
                    <a:cubicBezTo>
                      <a:pt x="189" y="44"/>
                      <a:pt x="145" y="1"/>
                      <a:pt x="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68;p24"/>
              <p:cNvSpPr/>
              <p:nvPr/>
            </p:nvSpPr>
            <p:spPr>
              <a:xfrm>
                <a:off x="-2773761" y="2067975"/>
                <a:ext cx="171698" cy="677347"/>
              </a:xfrm>
              <a:custGeom>
                <a:avLst/>
                <a:gdLst/>
                <a:ahLst/>
                <a:cxnLst/>
                <a:rect l="l" t="t" r="r" b="b"/>
                <a:pathLst>
                  <a:path w="2771" h="10932" extrusionOk="0">
                    <a:moveTo>
                      <a:pt x="1" y="1"/>
                    </a:moveTo>
                    <a:lnTo>
                      <a:pt x="1" y="10932"/>
                    </a:lnTo>
                    <a:lnTo>
                      <a:pt x="2770" y="10932"/>
                    </a:lnTo>
                    <a:lnTo>
                      <a:pt x="2770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-2779151" y="2061717"/>
                <a:ext cx="182480" cy="688995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1120" extrusionOk="0">
                    <a:moveTo>
                      <a:pt x="2755" y="189"/>
                    </a:moveTo>
                    <a:lnTo>
                      <a:pt x="2755" y="10932"/>
                    </a:lnTo>
                    <a:lnTo>
                      <a:pt x="190" y="10932"/>
                    </a:lnTo>
                    <a:lnTo>
                      <a:pt x="190" y="189"/>
                    </a:lnTo>
                    <a:close/>
                    <a:moveTo>
                      <a:pt x="88" y="1"/>
                    </a:moveTo>
                    <a:cubicBezTo>
                      <a:pt x="45" y="1"/>
                      <a:pt x="1" y="44"/>
                      <a:pt x="1" y="102"/>
                    </a:cubicBezTo>
                    <a:lnTo>
                      <a:pt x="1" y="11033"/>
                    </a:lnTo>
                    <a:cubicBezTo>
                      <a:pt x="1" y="11077"/>
                      <a:pt x="45" y="11120"/>
                      <a:pt x="88" y="11120"/>
                    </a:cubicBezTo>
                    <a:lnTo>
                      <a:pt x="2857" y="11120"/>
                    </a:lnTo>
                    <a:cubicBezTo>
                      <a:pt x="2900" y="11120"/>
                      <a:pt x="2944" y="11077"/>
                      <a:pt x="2944" y="11033"/>
                    </a:cubicBezTo>
                    <a:lnTo>
                      <a:pt x="2944" y="102"/>
                    </a:lnTo>
                    <a:cubicBezTo>
                      <a:pt x="2944" y="44"/>
                      <a:pt x="2900" y="1"/>
                      <a:pt x="2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>
                <a:off x="-2693772" y="1851552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-2693772" y="2738989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72;p24"/>
              <p:cNvSpPr/>
              <p:nvPr/>
            </p:nvSpPr>
            <p:spPr>
              <a:xfrm>
                <a:off x="-2475552" y="2070701"/>
                <a:ext cx="170769" cy="164442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2654" extrusionOk="0">
                    <a:moveTo>
                      <a:pt x="1" y="1"/>
                    </a:moveTo>
                    <a:lnTo>
                      <a:pt x="1" y="2653"/>
                    </a:lnTo>
                    <a:lnTo>
                      <a:pt x="2755" y="265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73;p24"/>
              <p:cNvSpPr/>
              <p:nvPr/>
            </p:nvSpPr>
            <p:spPr>
              <a:xfrm>
                <a:off x="-2481810" y="2065310"/>
                <a:ext cx="182418" cy="175223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2828" extrusionOk="0">
                    <a:moveTo>
                      <a:pt x="2755" y="189"/>
                    </a:moveTo>
                    <a:lnTo>
                      <a:pt x="2755" y="2639"/>
                    </a:lnTo>
                    <a:lnTo>
                      <a:pt x="189" y="2639"/>
                    </a:lnTo>
                    <a:lnTo>
                      <a:pt x="189" y="189"/>
                    </a:lnTo>
                    <a:close/>
                    <a:moveTo>
                      <a:pt x="102" y="1"/>
                    </a:moveTo>
                    <a:cubicBezTo>
                      <a:pt x="44" y="1"/>
                      <a:pt x="1" y="44"/>
                      <a:pt x="1" y="88"/>
                    </a:cubicBezTo>
                    <a:lnTo>
                      <a:pt x="1" y="2740"/>
                    </a:lnTo>
                    <a:cubicBezTo>
                      <a:pt x="1" y="2784"/>
                      <a:pt x="44" y="2827"/>
                      <a:pt x="102" y="2827"/>
                    </a:cubicBezTo>
                    <a:lnTo>
                      <a:pt x="2856" y="2827"/>
                    </a:lnTo>
                    <a:cubicBezTo>
                      <a:pt x="2900" y="2827"/>
                      <a:pt x="2943" y="2784"/>
                      <a:pt x="2943" y="2740"/>
                    </a:cubicBezTo>
                    <a:lnTo>
                      <a:pt x="2943" y="88"/>
                    </a:lnTo>
                    <a:cubicBezTo>
                      <a:pt x="2943" y="44"/>
                      <a:pt x="2900" y="1"/>
                      <a:pt x="285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-2396492" y="1855146"/>
                <a:ext cx="11773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1" extrusionOk="0">
                    <a:moveTo>
                      <a:pt x="103" y="1"/>
                    </a:moveTo>
                    <a:cubicBezTo>
                      <a:pt x="45" y="1"/>
                      <a:pt x="1" y="43"/>
                      <a:pt x="1" y="101"/>
                    </a:cubicBezTo>
                    <a:lnTo>
                      <a:pt x="1" y="3480"/>
                    </a:lnTo>
                    <a:cubicBezTo>
                      <a:pt x="1" y="3538"/>
                      <a:pt x="45" y="3581"/>
                      <a:pt x="103" y="3581"/>
                    </a:cubicBezTo>
                    <a:cubicBezTo>
                      <a:pt x="146" y="3581"/>
                      <a:pt x="190" y="3538"/>
                      <a:pt x="190" y="3480"/>
                    </a:cubicBezTo>
                    <a:lnTo>
                      <a:pt x="190" y="101"/>
                    </a:lnTo>
                    <a:cubicBezTo>
                      <a:pt x="190" y="43"/>
                      <a:pt x="146" y="1"/>
                      <a:pt x="10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24"/>
              <p:cNvSpPr/>
              <p:nvPr/>
            </p:nvSpPr>
            <p:spPr>
              <a:xfrm>
                <a:off x="-2396492" y="2228820"/>
                <a:ext cx="11773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1" extrusionOk="0"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3480"/>
                    </a:lnTo>
                    <a:cubicBezTo>
                      <a:pt x="1" y="3538"/>
                      <a:pt x="45" y="3581"/>
                      <a:pt x="103" y="3581"/>
                    </a:cubicBezTo>
                    <a:cubicBezTo>
                      <a:pt x="146" y="3581"/>
                      <a:pt x="190" y="3538"/>
                      <a:pt x="190" y="3480"/>
                    </a:cubicBezTo>
                    <a:lnTo>
                      <a:pt x="190" y="101"/>
                    </a:lnTo>
                    <a:cubicBezTo>
                      <a:pt x="190" y="43"/>
                      <a:pt x="146" y="0"/>
                      <a:pt x="10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76" name="Google Shape;276;p24"/>
            <p:cNvGrpSpPr/>
            <p:nvPr/>
          </p:nvGrpSpPr>
          <p:grpSpPr>
            <a:xfrm>
              <a:off x="4942387" y="-134882"/>
              <a:ext cx="1655820" cy="1386023"/>
              <a:chOff x="79937" y="-134882"/>
              <a:chExt cx="1655820" cy="1386023"/>
            </a:xfrm>
          </p:grpSpPr>
          <p:sp>
            <p:nvSpPr>
              <p:cNvPr id="277" name="Google Shape;277;p24"/>
              <p:cNvSpPr/>
              <p:nvPr/>
            </p:nvSpPr>
            <p:spPr>
              <a:xfrm>
                <a:off x="85327" y="360445"/>
                <a:ext cx="171636" cy="244370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3944" extrusionOk="0">
                    <a:moveTo>
                      <a:pt x="1" y="1"/>
                    </a:moveTo>
                    <a:lnTo>
                      <a:pt x="1" y="3944"/>
                    </a:lnTo>
                    <a:lnTo>
                      <a:pt x="2769" y="3944"/>
                    </a:lnTo>
                    <a:lnTo>
                      <a:pt x="2769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24"/>
              <p:cNvSpPr/>
              <p:nvPr/>
            </p:nvSpPr>
            <p:spPr>
              <a:xfrm>
                <a:off x="79937" y="355055"/>
                <a:ext cx="182418" cy="255151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4118" extrusionOk="0">
                    <a:moveTo>
                      <a:pt x="2755" y="190"/>
                    </a:moveTo>
                    <a:lnTo>
                      <a:pt x="2755" y="3930"/>
                    </a:lnTo>
                    <a:lnTo>
                      <a:pt x="189" y="3930"/>
                    </a:lnTo>
                    <a:lnTo>
                      <a:pt x="189" y="190"/>
                    </a:lnTo>
                    <a:close/>
                    <a:moveTo>
                      <a:pt x="88" y="1"/>
                    </a:moveTo>
                    <a:cubicBezTo>
                      <a:pt x="44" y="1"/>
                      <a:pt x="1" y="45"/>
                      <a:pt x="1" y="88"/>
                    </a:cubicBezTo>
                    <a:lnTo>
                      <a:pt x="1" y="4031"/>
                    </a:lnTo>
                    <a:cubicBezTo>
                      <a:pt x="1" y="4075"/>
                      <a:pt x="44" y="4118"/>
                      <a:pt x="88" y="4118"/>
                    </a:cubicBezTo>
                    <a:lnTo>
                      <a:pt x="2856" y="4118"/>
                    </a:lnTo>
                    <a:cubicBezTo>
                      <a:pt x="2900" y="4118"/>
                      <a:pt x="2943" y="4075"/>
                      <a:pt x="2943" y="4031"/>
                    </a:cubicBezTo>
                    <a:lnTo>
                      <a:pt x="2943" y="88"/>
                    </a:lnTo>
                    <a:cubicBezTo>
                      <a:pt x="2943" y="45"/>
                      <a:pt x="2900" y="1"/>
                      <a:pt x="285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165254" y="144891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102" y="0"/>
                    </a:moveTo>
                    <a:cubicBezTo>
                      <a:pt x="44" y="0"/>
                      <a:pt x="0" y="45"/>
                      <a:pt x="0" y="103"/>
                    </a:cubicBezTo>
                    <a:lnTo>
                      <a:pt x="0" y="3480"/>
                    </a:lnTo>
                    <a:cubicBezTo>
                      <a:pt x="0" y="3538"/>
                      <a:pt x="44" y="3582"/>
                      <a:pt x="102" y="3582"/>
                    </a:cubicBezTo>
                    <a:cubicBezTo>
                      <a:pt x="145" y="3582"/>
                      <a:pt x="189" y="3538"/>
                      <a:pt x="189" y="3480"/>
                    </a:cubicBezTo>
                    <a:lnTo>
                      <a:pt x="189" y="103"/>
                    </a:lnTo>
                    <a:cubicBezTo>
                      <a:pt x="189" y="45"/>
                      <a:pt x="145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165254" y="598553"/>
                <a:ext cx="11773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1" extrusionOk="0">
                    <a:moveTo>
                      <a:pt x="102" y="0"/>
                    </a:moveTo>
                    <a:cubicBezTo>
                      <a:pt x="44" y="0"/>
                      <a:pt x="0" y="43"/>
                      <a:pt x="0" y="101"/>
                    </a:cubicBezTo>
                    <a:lnTo>
                      <a:pt x="0" y="3493"/>
                    </a:lnTo>
                    <a:cubicBezTo>
                      <a:pt x="0" y="3537"/>
                      <a:pt x="44" y="3580"/>
                      <a:pt x="102" y="3580"/>
                    </a:cubicBezTo>
                    <a:cubicBezTo>
                      <a:pt x="145" y="3580"/>
                      <a:pt x="189" y="3537"/>
                      <a:pt x="189" y="3493"/>
                    </a:cubicBezTo>
                    <a:lnTo>
                      <a:pt x="189" y="101"/>
                    </a:lnTo>
                    <a:cubicBezTo>
                      <a:pt x="189" y="43"/>
                      <a:pt x="145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24"/>
              <p:cNvSpPr/>
              <p:nvPr/>
            </p:nvSpPr>
            <p:spPr>
              <a:xfrm>
                <a:off x="383536" y="127796"/>
                <a:ext cx="170769" cy="677347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10932" extrusionOk="0">
                    <a:moveTo>
                      <a:pt x="1" y="1"/>
                    </a:moveTo>
                    <a:lnTo>
                      <a:pt x="1" y="10932"/>
                    </a:lnTo>
                    <a:lnTo>
                      <a:pt x="2755" y="10932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24"/>
              <p:cNvSpPr/>
              <p:nvPr/>
            </p:nvSpPr>
            <p:spPr>
              <a:xfrm>
                <a:off x="377216" y="121600"/>
                <a:ext cx="182480" cy="688933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11119" extrusionOk="0">
                    <a:moveTo>
                      <a:pt x="2755" y="188"/>
                    </a:moveTo>
                    <a:lnTo>
                      <a:pt x="2755" y="10931"/>
                    </a:lnTo>
                    <a:lnTo>
                      <a:pt x="190" y="10931"/>
                    </a:lnTo>
                    <a:lnTo>
                      <a:pt x="190" y="188"/>
                    </a:lnTo>
                    <a:close/>
                    <a:moveTo>
                      <a:pt x="103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11032"/>
                    </a:lnTo>
                    <a:cubicBezTo>
                      <a:pt x="1" y="11090"/>
                      <a:pt x="45" y="11119"/>
                      <a:pt x="103" y="11119"/>
                    </a:cubicBezTo>
                    <a:lnTo>
                      <a:pt x="2857" y="11119"/>
                    </a:lnTo>
                    <a:cubicBezTo>
                      <a:pt x="2915" y="11119"/>
                      <a:pt x="2944" y="11090"/>
                      <a:pt x="2944" y="11032"/>
                    </a:cubicBezTo>
                    <a:lnTo>
                      <a:pt x="2944" y="101"/>
                    </a:lnTo>
                    <a:cubicBezTo>
                      <a:pt x="2944" y="43"/>
                      <a:pt x="2915" y="0"/>
                      <a:pt x="285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24"/>
              <p:cNvSpPr/>
              <p:nvPr/>
            </p:nvSpPr>
            <p:spPr>
              <a:xfrm>
                <a:off x="462596" y="-88626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24"/>
              <p:cNvSpPr/>
              <p:nvPr/>
            </p:nvSpPr>
            <p:spPr>
              <a:xfrm>
                <a:off x="462596" y="798810"/>
                <a:ext cx="11711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2" extrusionOk="0">
                    <a:moveTo>
                      <a:pt x="101" y="1"/>
                    </a:moveTo>
                    <a:cubicBezTo>
                      <a:pt x="43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3" y="3581"/>
                      <a:pt x="101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1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24"/>
              <p:cNvSpPr/>
              <p:nvPr/>
            </p:nvSpPr>
            <p:spPr>
              <a:xfrm>
                <a:off x="680816" y="131389"/>
                <a:ext cx="170769" cy="163574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2640" extrusionOk="0">
                    <a:moveTo>
                      <a:pt x="1" y="1"/>
                    </a:moveTo>
                    <a:lnTo>
                      <a:pt x="1" y="2639"/>
                    </a:lnTo>
                    <a:lnTo>
                      <a:pt x="2755" y="2639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24"/>
              <p:cNvSpPr/>
              <p:nvPr/>
            </p:nvSpPr>
            <p:spPr>
              <a:xfrm>
                <a:off x="675425" y="125193"/>
                <a:ext cx="182480" cy="175161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827" extrusionOk="0">
                    <a:moveTo>
                      <a:pt x="2755" y="188"/>
                    </a:moveTo>
                    <a:lnTo>
                      <a:pt x="2755" y="2639"/>
                    </a:lnTo>
                    <a:lnTo>
                      <a:pt x="190" y="2639"/>
                    </a:lnTo>
                    <a:lnTo>
                      <a:pt x="190" y="188"/>
                    </a:lnTo>
                    <a:close/>
                    <a:moveTo>
                      <a:pt x="88" y="0"/>
                    </a:moveTo>
                    <a:cubicBezTo>
                      <a:pt x="45" y="0"/>
                      <a:pt x="1" y="43"/>
                      <a:pt x="1" y="101"/>
                    </a:cubicBezTo>
                    <a:lnTo>
                      <a:pt x="1" y="2739"/>
                    </a:lnTo>
                    <a:cubicBezTo>
                      <a:pt x="1" y="2783"/>
                      <a:pt x="45" y="2826"/>
                      <a:pt x="88" y="2826"/>
                    </a:cubicBezTo>
                    <a:lnTo>
                      <a:pt x="2842" y="2826"/>
                    </a:lnTo>
                    <a:cubicBezTo>
                      <a:pt x="2900" y="2826"/>
                      <a:pt x="2944" y="2783"/>
                      <a:pt x="2944" y="2739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24"/>
              <p:cNvSpPr/>
              <p:nvPr/>
            </p:nvSpPr>
            <p:spPr>
              <a:xfrm>
                <a:off x="760805" y="-85033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88" y="1"/>
                    </a:moveTo>
                    <a:cubicBezTo>
                      <a:pt x="44" y="1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2"/>
                    </a:lnTo>
                    <a:cubicBezTo>
                      <a:pt x="188" y="44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24"/>
              <p:cNvSpPr/>
              <p:nvPr/>
            </p:nvSpPr>
            <p:spPr>
              <a:xfrm>
                <a:off x="760805" y="288641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88" y="1"/>
                    </a:moveTo>
                    <a:cubicBezTo>
                      <a:pt x="44" y="1"/>
                      <a:pt x="1" y="43"/>
                      <a:pt x="1" y="101"/>
                    </a:cubicBezTo>
                    <a:lnTo>
                      <a:pt x="1" y="3494"/>
                    </a:lnTo>
                    <a:cubicBezTo>
                      <a:pt x="1" y="3538"/>
                      <a:pt x="44" y="3581"/>
                      <a:pt x="88" y="3581"/>
                    </a:cubicBezTo>
                    <a:cubicBezTo>
                      <a:pt x="146" y="3581"/>
                      <a:pt x="188" y="3538"/>
                      <a:pt x="188" y="3494"/>
                    </a:cubicBezTo>
                    <a:lnTo>
                      <a:pt x="188" y="101"/>
                    </a:lnTo>
                    <a:cubicBezTo>
                      <a:pt x="188" y="43"/>
                      <a:pt x="146" y="1"/>
                      <a:pt x="8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Google Shape;289;p24"/>
              <p:cNvSpPr/>
              <p:nvPr/>
            </p:nvSpPr>
            <p:spPr>
              <a:xfrm>
                <a:off x="978157" y="81603"/>
                <a:ext cx="171636" cy="953998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5397" extrusionOk="0">
                    <a:moveTo>
                      <a:pt x="1" y="0"/>
                    </a:moveTo>
                    <a:lnTo>
                      <a:pt x="1" y="15396"/>
                    </a:lnTo>
                    <a:lnTo>
                      <a:pt x="2769" y="15396"/>
                    </a:lnTo>
                    <a:lnTo>
                      <a:pt x="2769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Google Shape;290;p24"/>
              <p:cNvSpPr/>
              <p:nvPr/>
            </p:nvSpPr>
            <p:spPr>
              <a:xfrm>
                <a:off x="972767" y="75283"/>
                <a:ext cx="182418" cy="965709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15586" extrusionOk="0">
                    <a:moveTo>
                      <a:pt x="2755" y="189"/>
                    </a:moveTo>
                    <a:lnTo>
                      <a:pt x="2755" y="15396"/>
                    </a:lnTo>
                    <a:lnTo>
                      <a:pt x="189" y="15396"/>
                    </a:lnTo>
                    <a:lnTo>
                      <a:pt x="189" y="189"/>
                    </a:lnTo>
                    <a:close/>
                    <a:moveTo>
                      <a:pt x="88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15498"/>
                    </a:lnTo>
                    <a:cubicBezTo>
                      <a:pt x="1" y="15541"/>
                      <a:pt x="44" y="15585"/>
                      <a:pt x="88" y="15585"/>
                    </a:cubicBezTo>
                    <a:lnTo>
                      <a:pt x="2856" y="15585"/>
                    </a:lnTo>
                    <a:cubicBezTo>
                      <a:pt x="2900" y="15585"/>
                      <a:pt x="2943" y="15541"/>
                      <a:pt x="2943" y="15498"/>
                    </a:cubicBezTo>
                    <a:lnTo>
                      <a:pt x="2943" y="102"/>
                    </a:lnTo>
                    <a:cubicBezTo>
                      <a:pt x="2943" y="44"/>
                      <a:pt x="2900" y="0"/>
                      <a:pt x="2856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Google Shape;291;p24"/>
              <p:cNvSpPr/>
              <p:nvPr/>
            </p:nvSpPr>
            <p:spPr>
              <a:xfrm>
                <a:off x="1058085" y="-134882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4"/>
                    </a:lnTo>
                    <a:cubicBezTo>
                      <a:pt x="1" y="3537"/>
                      <a:pt x="45" y="3581"/>
                      <a:pt x="88" y="3581"/>
                    </a:cubicBezTo>
                    <a:cubicBezTo>
                      <a:pt x="146" y="3581"/>
                      <a:pt x="190" y="3537"/>
                      <a:pt x="190" y="3494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Google Shape;292;p24"/>
              <p:cNvSpPr/>
              <p:nvPr/>
            </p:nvSpPr>
            <p:spPr>
              <a:xfrm>
                <a:off x="1058085" y="1029201"/>
                <a:ext cx="11773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90" h="3582" extrusionOk="0">
                    <a:moveTo>
                      <a:pt x="88" y="0"/>
                    </a:moveTo>
                    <a:cubicBezTo>
                      <a:pt x="45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5" y="3582"/>
                      <a:pt x="88" y="3582"/>
                    </a:cubicBezTo>
                    <a:cubicBezTo>
                      <a:pt x="146" y="3582"/>
                      <a:pt x="190" y="3538"/>
                      <a:pt x="190" y="3495"/>
                    </a:cubicBezTo>
                    <a:lnTo>
                      <a:pt x="190" y="102"/>
                    </a:lnTo>
                    <a:cubicBezTo>
                      <a:pt x="190" y="44"/>
                      <a:pt x="146" y="0"/>
                      <a:pt x="8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Google Shape;293;p24"/>
              <p:cNvSpPr/>
              <p:nvPr/>
            </p:nvSpPr>
            <p:spPr>
              <a:xfrm>
                <a:off x="1276367" y="668567"/>
                <a:ext cx="170769" cy="138419"/>
              </a:xfrm>
              <a:custGeom>
                <a:avLst/>
                <a:gdLst/>
                <a:ahLst/>
                <a:cxnLst/>
                <a:rect l="l" t="t" r="r" b="b"/>
                <a:pathLst>
                  <a:path w="2756" h="2234" extrusionOk="0">
                    <a:moveTo>
                      <a:pt x="1" y="1"/>
                    </a:moveTo>
                    <a:lnTo>
                      <a:pt x="1" y="2233"/>
                    </a:lnTo>
                    <a:lnTo>
                      <a:pt x="2755" y="2233"/>
                    </a:lnTo>
                    <a:lnTo>
                      <a:pt x="2755" y="1"/>
                    </a:lnTo>
                    <a:close/>
                  </a:path>
                </a:pathLst>
              </a:custGeom>
              <a:solidFill>
                <a:srgbClr val="00FF00">
                  <a:alpha val="4367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Google Shape;294;p24"/>
              <p:cNvSpPr/>
              <p:nvPr/>
            </p:nvSpPr>
            <p:spPr>
              <a:xfrm>
                <a:off x="1270047" y="662247"/>
                <a:ext cx="182480" cy="150129"/>
              </a:xfrm>
              <a:custGeom>
                <a:avLst/>
                <a:gdLst/>
                <a:ahLst/>
                <a:cxnLst/>
                <a:rect l="l" t="t" r="r" b="b"/>
                <a:pathLst>
                  <a:path w="2945" h="2423" extrusionOk="0">
                    <a:moveTo>
                      <a:pt x="2755" y="190"/>
                    </a:moveTo>
                    <a:lnTo>
                      <a:pt x="2755" y="2233"/>
                    </a:lnTo>
                    <a:lnTo>
                      <a:pt x="190" y="2233"/>
                    </a:lnTo>
                    <a:lnTo>
                      <a:pt x="190" y="190"/>
                    </a:lnTo>
                    <a:close/>
                    <a:moveTo>
                      <a:pt x="103" y="1"/>
                    </a:moveTo>
                    <a:cubicBezTo>
                      <a:pt x="45" y="1"/>
                      <a:pt x="1" y="45"/>
                      <a:pt x="1" y="103"/>
                    </a:cubicBezTo>
                    <a:lnTo>
                      <a:pt x="1" y="2335"/>
                    </a:lnTo>
                    <a:cubicBezTo>
                      <a:pt x="1" y="2378"/>
                      <a:pt x="45" y="2422"/>
                      <a:pt x="103" y="2422"/>
                    </a:cubicBezTo>
                    <a:lnTo>
                      <a:pt x="2857" y="2422"/>
                    </a:lnTo>
                    <a:cubicBezTo>
                      <a:pt x="2915" y="2422"/>
                      <a:pt x="2944" y="2378"/>
                      <a:pt x="2944" y="2335"/>
                    </a:cubicBezTo>
                    <a:lnTo>
                      <a:pt x="2944" y="103"/>
                    </a:lnTo>
                    <a:cubicBezTo>
                      <a:pt x="2944" y="45"/>
                      <a:pt x="2915" y="1"/>
                      <a:pt x="285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Google Shape;295;p24"/>
              <p:cNvSpPr/>
              <p:nvPr/>
            </p:nvSpPr>
            <p:spPr>
              <a:xfrm>
                <a:off x="1355426" y="452083"/>
                <a:ext cx="11711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2" extrusionOk="0">
                    <a:moveTo>
                      <a:pt x="102" y="0"/>
                    </a:moveTo>
                    <a:cubicBezTo>
                      <a:pt x="44" y="0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3"/>
                    </a:lnTo>
                    <a:cubicBezTo>
                      <a:pt x="189" y="45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Google Shape;296;p24"/>
              <p:cNvSpPr/>
              <p:nvPr/>
            </p:nvSpPr>
            <p:spPr>
              <a:xfrm>
                <a:off x="1355426" y="800601"/>
                <a:ext cx="11711" cy="221941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2" extrusionOk="0">
                    <a:moveTo>
                      <a:pt x="102" y="0"/>
                    </a:moveTo>
                    <a:cubicBezTo>
                      <a:pt x="44" y="0"/>
                      <a:pt x="1" y="44"/>
                      <a:pt x="1" y="102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2"/>
                    </a:lnTo>
                    <a:cubicBezTo>
                      <a:pt x="189" y="44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Google Shape;297;p24"/>
              <p:cNvSpPr/>
              <p:nvPr/>
            </p:nvSpPr>
            <p:spPr>
              <a:xfrm>
                <a:off x="1559659" y="218104"/>
                <a:ext cx="170707" cy="200379"/>
              </a:xfrm>
              <a:custGeom>
                <a:avLst/>
                <a:gdLst/>
                <a:ahLst/>
                <a:cxnLst/>
                <a:rect l="l" t="t" r="r" b="b"/>
                <a:pathLst>
                  <a:path w="2755" h="3234" extrusionOk="0">
                    <a:moveTo>
                      <a:pt x="0" y="0"/>
                    </a:moveTo>
                    <a:lnTo>
                      <a:pt x="0" y="3234"/>
                    </a:lnTo>
                    <a:lnTo>
                      <a:pt x="2755" y="3234"/>
                    </a:lnTo>
                    <a:lnTo>
                      <a:pt x="2755" y="0"/>
                    </a:lnTo>
                    <a:close/>
                  </a:path>
                </a:pathLst>
              </a:custGeom>
              <a:solidFill>
                <a:srgbClr val="89FFFF">
                  <a:alpha val="4430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24"/>
              <p:cNvSpPr/>
              <p:nvPr/>
            </p:nvSpPr>
            <p:spPr>
              <a:xfrm>
                <a:off x="1553339" y="211846"/>
                <a:ext cx="182418" cy="212027"/>
              </a:xfrm>
              <a:custGeom>
                <a:avLst/>
                <a:gdLst/>
                <a:ahLst/>
                <a:cxnLst/>
                <a:rect l="l" t="t" r="r" b="b"/>
                <a:pathLst>
                  <a:path w="2944" h="3422" extrusionOk="0">
                    <a:moveTo>
                      <a:pt x="2755" y="188"/>
                    </a:moveTo>
                    <a:lnTo>
                      <a:pt x="2755" y="3233"/>
                    </a:lnTo>
                    <a:lnTo>
                      <a:pt x="189" y="3233"/>
                    </a:lnTo>
                    <a:lnTo>
                      <a:pt x="189" y="188"/>
                    </a:lnTo>
                    <a:close/>
                    <a:moveTo>
                      <a:pt x="102" y="0"/>
                    </a:moveTo>
                    <a:cubicBezTo>
                      <a:pt x="44" y="0"/>
                      <a:pt x="0" y="43"/>
                      <a:pt x="0" y="101"/>
                    </a:cubicBezTo>
                    <a:lnTo>
                      <a:pt x="0" y="3335"/>
                    </a:lnTo>
                    <a:cubicBezTo>
                      <a:pt x="0" y="3378"/>
                      <a:pt x="44" y="3422"/>
                      <a:pt x="102" y="3422"/>
                    </a:cubicBezTo>
                    <a:lnTo>
                      <a:pt x="2857" y="3422"/>
                    </a:lnTo>
                    <a:cubicBezTo>
                      <a:pt x="2900" y="3422"/>
                      <a:pt x="2944" y="3378"/>
                      <a:pt x="2944" y="3335"/>
                    </a:cubicBezTo>
                    <a:lnTo>
                      <a:pt x="2944" y="101"/>
                    </a:lnTo>
                    <a:cubicBezTo>
                      <a:pt x="2944" y="43"/>
                      <a:pt x="2900" y="0"/>
                      <a:pt x="28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24"/>
              <p:cNvSpPr/>
              <p:nvPr/>
            </p:nvSpPr>
            <p:spPr>
              <a:xfrm>
                <a:off x="1638657" y="1681"/>
                <a:ext cx="11711" cy="221879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1" extrusionOk="0">
                    <a:moveTo>
                      <a:pt x="102" y="0"/>
                    </a:moveTo>
                    <a:cubicBezTo>
                      <a:pt x="44" y="0"/>
                      <a:pt x="1" y="43"/>
                      <a:pt x="1" y="101"/>
                    </a:cubicBezTo>
                    <a:lnTo>
                      <a:pt x="1" y="3493"/>
                    </a:lnTo>
                    <a:cubicBezTo>
                      <a:pt x="1" y="3537"/>
                      <a:pt x="44" y="3580"/>
                      <a:pt x="102" y="3580"/>
                    </a:cubicBezTo>
                    <a:cubicBezTo>
                      <a:pt x="146" y="3580"/>
                      <a:pt x="189" y="3537"/>
                      <a:pt x="189" y="3493"/>
                    </a:cubicBezTo>
                    <a:lnTo>
                      <a:pt x="189" y="101"/>
                    </a:lnTo>
                    <a:cubicBezTo>
                      <a:pt x="189" y="43"/>
                      <a:pt x="146" y="0"/>
                      <a:pt x="10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24"/>
              <p:cNvSpPr/>
              <p:nvPr/>
            </p:nvSpPr>
            <p:spPr>
              <a:xfrm>
                <a:off x="1638657" y="412097"/>
                <a:ext cx="11711" cy="222003"/>
              </a:xfrm>
              <a:custGeom>
                <a:avLst/>
                <a:gdLst/>
                <a:ahLst/>
                <a:cxnLst/>
                <a:rect l="l" t="t" r="r" b="b"/>
                <a:pathLst>
                  <a:path w="189" h="3583" extrusionOk="0">
                    <a:moveTo>
                      <a:pt x="102" y="1"/>
                    </a:moveTo>
                    <a:cubicBezTo>
                      <a:pt x="44" y="1"/>
                      <a:pt x="1" y="45"/>
                      <a:pt x="1" y="103"/>
                    </a:cubicBezTo>
                    <a:lnTo>
                      <a:pt x="1" y="3495"/>
                    </a:lnTo>
                    <a:cubicBezTo>
                      <a:pt x="1" y="3538"/>
                      <a:pt x="44" y="3582"/>
                      <a:pt x="102" y="3582"/>
                    </a:cubicBezTo>
                    <a:cubicBezTo>
                      <a:pt x="146" y="3582"/>
                      <a:pt x="189" y="3538"/>
                      <a:pt x="189" y="3495"/>
                    </a:cubicBezTo>
                    <a:lnTo>
                      <a:pt x="189" y="103"/>
                    </a:lnTo>
                    <a:cubicBezTo>
                      <a:pt x="189" y="45"/>
                      <a:pt x="146" y="1"/>
                      <a:pt x="1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ura"/>
              <a:buNone/>
              <a:defRPr sz="3000" b="1">
                <a:solidFill>
                  <a:schemeClr val="dk1"/>
                </a:solidFill>
                <a:latin typeface="Jura"/>
                <a:ea typeface="Jura"/>
                <a:cs typeface="Jura"/>
                <a:sym typeface="Jur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●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○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lbert Sans"/>
              <a:buChar char="■"/>
              <a:defRPr sz="1200">
                <a:solidFill>
                  <a:schemeClr val="dk1"/>
                </a:solidFill>
                <a:latin typeface="Albert Sans"/>
                <a:ea typeface="Albert Sans"/>
                <a:cs typeface="Albert Sans"/>
                <a:sym typeface="Alber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4" r:id="rId4"/>
    <p:sldLayoutId id="2147483655" r:id="rId5"/>
    <p:sldLayoutId id="2147483658" r:id="rId6"/>
    <p:sldLayoutId id="2147483662" r:id="rId7"/>
    <p:sldLayoutId id="2147483668" r:id="rId8"/>
    <p:sldLayoutId id="2147483669" r:id="rId9"/>
    <p:sldLayoutId id="2147483670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>
            <a:spLocks noGrp="1"/>
          </p:cNvSpPr>
          <p:nvPr>
            <p:ph type="ctrTitle"/>
          </p:nvPr>
        </p:nvSpPr>
        <p:spPr>
          <a:xfrm>
            <a:off x="917730" y="759854"/>
            <a:ext cx="7089600" cy="237277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Infrastructure Investment Thesis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(NVIDIA</a:t>
            </a:r>
            <a:r>
              <a:rPr lang="zh-TW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Study)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2" name="Google Shape;312;p28"/>
          <p:cNvSpPr txBox="1">
            <a:spLocks noGrp="1"/>
          </p:cNvSpPr>
          <p:nvPr>
            <p:ph type="subTitle" idx="1"/>
          </p:nvPr>
        </p:nvSpPr>
        <p:spPr>
          <a:xfrm>
            <a:off x="-6" y="3670479"/>
            <a:ext cx="3874308" cy="39195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 Cheng Hsieh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Google Shape;313;p28"/>
          <p:cNvSpPr/>
          <p:nvPr/>
        </p:nvSpPr>
        <p:spPr>
          <a:xfrm>
            <a:off x="-6" y="3501520"/>
            <a:ext cx="9144101" cy="1533950"/>
          </a:xfrm>
          <a:custGeom>
            <a:avLst/>
            <a:gdLst/>
            <a:ahLst/>
            <a:cxnLst/>
            <a:rect l="l" t="t" r="r" b="b"/>
            <a:pathLst>
              <a:path w="281986" h="47304" extrusionOk="0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5BB41-3326-42F0-66A0-ACFDC08B9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457200" marR="0" lvl="0" indent="-30480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tabLst/>
              <a:defRPr/>
            </a:pPr>
            <a:r>
              <a:rPr kumimoji="0" 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Albert Sans"/>
              </a:rPr>
              <a:t>AI Infrastructure Investment Thesis</a:t>
            </a:r>
            <a:b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EFEFEF"/>
                </a:solidFill>
                <a:effectLst/>
                <a:uLnTx/>
                <a:uFillTx/>
                <a:latin typeface="Albert Sans"/>
                <a:sym typeface="Albert Sans"/>
              </a:rPr>
            </a:b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5F2C9-E05F-936C-D762-87C18052F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77618" y="1249899"/>
            <a:ext cx="6894182" cy="323000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adoption is driving exponential growth in compute demand </a:t>
            </a:r>
          </a:p>
          <a:p>
            <a:pPr marL="1524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Increasing compute intensity → higher energy consumption &amp; heat generation </a:t>
            </a:r>
          </a:p>
          <a:p>
            <a:pPr marL="1524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structural demand for data centers, power, </a:t>
            </a:r>
          </a:p>
          <a:p>
            <a:pPr marL="15240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and cooling systems </a:t>
            </a:r>
          </a:p>
          <a:p>
            <a:pPr marL="1524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may become long-term bottlenecks </a:t>
            </a:r>
          </a:p>
          <a:p>
            <a:pPr marL="1524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opportunities extend beyond semiconductors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A72C57B-A04B-0463-07D4-CB63F4701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2575" y="2315603"/>
            <a:ext cx="2968652" cy="1758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A6C06F-42AC-C177-080D-510414C598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5029" y="294946"/>
            <a:ext cx="1414395" cy="91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41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9"/>
          <p:cNvSpPr txBox="1">
            <a:spLocks noGrp="1"/>
          </p:cNvSpPr>
          <p:nvPr>
            <p:ph type="title"/>
          </p:nvPr>
        </p:nvSpPr>
        <p:spPr>
          <a:xfrm>
            <a:off x="720000" y="218941"/>
            <a:ext cx="7704000" cy="7987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 Structure</a:t>
            </a:r>
            <a:endParaRPr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Google Shape;320;p29"/>
          <p:cNvSpPr txBox="1"/>
          <p:nvPr/>
        </p:nvSpPr>
        <p:spPr>
          <a:xfrm>
            <a:off x="404466" y="972353"/>
            <a:ext cx="8102029" cy="3952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Value Chain &amp; Ecosystem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NVIDIA (GPU design) </a:t>
            </a:r>
          </a:p>
          <a:p>
            <a:pPr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TSMC (advanced chip production) </a:t>
            </a:r>
          </a:p>
          <a:p>
            <a:pPr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Cloud &amp; Data Centers </a:t>
            </a:r>
          </a:p>
          <a:p>
            <a:pPr>
              <a:buNone/>
            </a:pP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Supporting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Power systems </a:t>
            </a:r>
          </a:p>
          <a:p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Cooling / thermal management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92DA996-F2D6-EAFB-D610-B673E7CB5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305" y="1672843"/>
            <a:ext cx="3401632" cy="2551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BC6DBF-9177-0E6A-1ACC-7F8E0C20A7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7880" y="4623515"/>
            <a:ext cx="2971386" cy="42297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FC384-EF24-F078-533C-B0FD4DFE6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3442" y="293721"/>
            <a:ext cx="7704000" cy="572700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E2508-D11E-A6B3-B619-065097AF9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0000" y="1215749"/>
            <a:ext cx="7704000" cy="3362829"/>
          </a:xfrm>
        </p:spPr>
        <p:txBody>
          <a:bodyPr/>
          <a:lstStyle/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NVIDIA Investment Case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Dominant position in AI GPUs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demand from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hyperscalers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enterprises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Pricing power due to technological leadership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Expanding role in full AI ecosystem </a:t>
            </a:r>
          </a:p>
          <a:p>
            <a:pPr marL="1524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</a:p>
          <a:p>
            <a:pPr>
              <a:buNone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valuation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Competition (AMD, custom chips)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demand normalization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3CDD75-EBD6-11C0-B9A4-C730F1468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6340" y="1348163"/>
            <a:ext cx="2907660" cy="29076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F4B1C3-BE62-766C-9FAA-1A968A99B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2048" y="4084759"/>
            <a:ext cx="1889924" cy="98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92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1"/>
          <p:cNvSpPr txBox="1">
            <a:spLocks noGrp="1"/>
          </p:cNvSpPr>
          <p:nvPr>
            <p:ph type="title"/>
          </p:nvPr>
        </p:nvSpPr>
        <p:spPr>
          <a:xfrm>
            <a:off x="2239370" y="246514"/>
            <a:ext cx="473453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 + Decision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8" name="Google Shape;378;p31"/>
          <p:cNvSpPr txBox="1">
            <a:spLocks noGrp="1"/>
          </p:cNvSpPr>
          <p:nvPr>
            <p:ph type="subTitle" idx="1"/>
          </p:nvPr>
        </p:nvSpPr>
        <p:spPr>
          <a:xfrm>
            <a:off x="397692" y="1142364"/>
            <a:ext cx="7786831" cy="34167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Valuation &amp; Investment View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Trading at a premium valuation vs peers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Reflects strong AI-driven growth expectations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growth may justify a premium </a:t>
            </a:r>
          </a:p>
          <a:p>
            <a:pPr marL="15240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Investment View: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BUY (Long-term)</a:t>
            </a:r>
          </a:p>
          <a:p>
            <a:pPr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Overvaluation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AI adoption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16DD57-68DD-7960-A48D-025FC8CA4F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6327" y="968469"/>
            <a:ext cx="3049975" cy="2254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47"/>
          <p:cNvSpPr txBox="1">
            <a:spLocks noGrp="1"/>
          </p:cNvSpPr>
          <p:nvPr>
            <p:ph type="title"/>
          </p:nvPr>
        </p:nvSpPr>
        <p:spPr>
          <a:xfrm>
            <a:off x="3112499" y="1263868"/>
            <a:ext cx="41517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Thanks!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78" name="Google Shape;678;p47"/>
          <p:cNvGrpSpPr/>
          <p:nvPr/>
        </p:nvGrpSpPr>
        <p:grpSpPr>
          <a:xfrm flipH="1">
            <a:off x="6518435" y="103266"/>
            <a:ext cx="2348437" cy="1932163"/>
            <a:chOff x="6518435" y="3144203"/>
            <a:chExt cx="2348437" cy="1932163"/>
          </a:xfrm>
        </p:grpSpPr>
        <p:sp>
          <p:nvSpPr>
            <p:cNvPr id="679" name="Google Shape;679;p47"/>
            <p:cNvSpPr/>
            <p:nvPr/>
          </p:nvSpPr>
          <p:spPr>
            <a:xfrm>
              <a:off x="6524023" y="4536193"/>
              <a:ext cx="177018" cy="169567"/>
            </a:xfrm>
            <a:custGeom>
              <a:avLst/>
              <a:gdLst/>
              <a:ahLst/>
              <a:cxnLst/>
              <a:rect l="l" t="t" r="r" b="b"/>
              <a:pathLst>
                <a:path w="2756" h="2640" extrusionOk="0">
                  <a:moveTo>
                    <a:pt x="1" y="1"/>
                  </a:moveTo>
                  <a:lnTo>
                    <a:pt x="1" y="2639"/>
                  </a:lnTo>
                  <a:lnTo>
                    <a:pt x="2755" y="2639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Google Shape;680;p47"/>
            <p:cNvSpPr/>
            <p:nvPr/>
          </p:nvSpPr>
          <p:spPr>
            <a:xfrm>
              <a:off x="6518435" y="4529706"/>
              <a:ext cx="189093" cy="181642"/>
            </a:xfrm>
            <a:custGeom>
              <a:avLst/>
              <a:gdLst/>
              <a:ahLst/>
              <a:cxnLst/>
              <a:rect l="l" t="t" r="r" b="b"/>
              <a:pathLst>
                <a:path w="2944" h="2828" extrusionOk="0">
                  <a:moveTo>
                    <a:pt x="2755" y="189"/>
                  </a:moveTo>
                  <a:lnTo>
                    <a:pt x="2755" y="2653"/>
                  </a:lnTo>
                  <a:lnTo>
                    <a:pt x="189" y="2653"/>
                  </a:lnTo>
                  <a:lnTo>
                    <a:pt x="189" y="189"/>
                  </a:lnTo>
                  <a:close/>
                  <a:moveTo>
                    <a:pt x="88" y="1"/>
                  </a:moveTo>
                  <a:cubicBezTo>
                    <a:pt x="44" y="1"/>
                    <a:pt x="1" y="44"/>
                    <a:pt x="1" y="102"/>
                  </a:cubicBezTo>
                  <a:lnTo>
                    <a:pt x="1" y="2740"/>
                  </a:lnTo>
                  <a:cubicBezTo>
                    <a:pt x="1" y="2798"/>
                    <a:pt x="44" y="2827"/>
                    <a:pt x="88" y="2827"/>
                  </a:cubicBezTo>
                  <a:lnTo>
                    <a:pt x="2842" y="2827"/>
                  </a:lnTo>
                  <a:cubicBezTo>
                    <a:pt x="2900" y="2827"/>
                    <a:pt x="2943" y="2798"/>
                    <a:pt x="2943" y="2740"/>
                  </a:cubicBezTo>
                  <a:lnTo>
                    <a:pt x="2943" y="102"/>
                  </a:lnTo>
                  <a:cubicBezTo>
                    <a:pt x="2943" y="44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Google Shape;681;p47"/>
            <p:cNvSpPr/>
            <p:nvPr/>
          </p:nvSpPr>
          <p:spPr>
            <a:xfrm>
              <a:off x="6606880" y="4700107"/>
              <a:ext cx="12204" cy="229108"/>
            </a:xfrm>
            <a:custGeom>
              <a:avLst/>
              <a:gdLst/>
              <a:ahLst/>
              <a:cxnLst/>
              <a:rect l="l" t="t" r="r" b="b"/>
              <a:pathLst>
                <a:path w="190" h="3567" extrusionOk="0">
                  <a:moveTo>
                    <a:pt x="87" y="0"/>
                  </a:moveTo>
                  <a:cubicBezTo>
                    <a:pt x="44" y="0"/>
                    <a:pt x="0" y="29"/>
                    <a:pt x="0" y="87"/>
                  </a:cubicBezTo>
                  <a:lnTo>
                    <a:pt x="0" y="3480"/>
                  </a:lnTo>
                  <a:cubicBezTo>
                    <a:pt x="0" y="3524"/>
                    <a:pt x="44" y="3567"/>
                    <a:pt x="87" y="3567"/>
                  </a:cubicBezTo>
                  <a:cubicBezTo>
                    <a:pt x="145" y="3567"/>
                    <a:pt x="189" y="3524"/>
                    <a:pt x="189" y="3480"/>
                  </a:cubicBezTo>
                  <a:lnTo>
                    <a:pt x="189" y="87"/>
                  </a:lnTo>
                  <a:cubicBezTo>
                    <a:pt x="189" y="29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Google Shape;682;p47"/>
            <p:cNvSpPr/>
            <p:nvPr/>
          </p:nvSpPr>
          <p:spPr>
            <a:xfrm>
              <a:off x="6606880" y="4311838"/>
              <a:ext cx="12204" cy="230008"/>
            </a:xfrm>
            <a:custGeom>
              <a:avLst/>
              <a:gdLst/>
              <a:ahLst/>
              <a:cxnLst/>
              <a:rect l="l" t="t" r="r" b="b"/>
              <a:pathLst>
                <a:path w="190" h="3581" extrusionOk="0">
                  <a:moveTo>
                    <a:pt x="87" y="0"/>
                  </a:moveTo>
                  <a:cubicBezTo>
                    <a:pt x="44" y="0"/>
                    <a:pt x="0" y="43"/>
                    <a:pt x="0" y="101"/>
                  </a:cubicBezTo>
                  <a:lnTo>
                    <a:pt x="0" y="3494"/>
                  </a:lnTo>
                  <a:cubicBezTo>
                    <a:pt x="0" y="3538"/>
                    <a:pt x="44" y="3581"/>
                    <a:pt x="87" y="3581"/>
                  </a:cubicBezTo>
                  <a:cubicBezTo>
                    <a:pt x="145" y="3581"/>
                    <a:pt x="189" y="3538"/>
                    <a:pt x="189" y="3494"/>
                  </a:cubicBezTo>
                  <a:lnTo>
                    <a:pt x="189" y="101"/>
                  </a:lnTo>
                  <a:cubicBezTo>
                    <a:pt x="189" y="43"/>
                    <a:pt x="145" y="0"/>
                    <a:pt x="8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Google Shape;683;p47"/>
            <p:cNvSpPr/>
            <p:nvPr/>
          </p:nvSpPr>
          <p:spPr>
            <a:xfrm>
              <a:off x="6833162" y="3531509"/>
              <a:ext cx="177018" cy="988949"/>
            </a:xfrm>
            <a:custGeom>
              <a:avLst/>
              <a:gdLst/>
              <a:ahLst/>
              <a:cxnLst/>
              <a:rect l="l" t="t" r="r" b="b"/>
              <a:pathLst>
                <a:path w="2756" h="15397" extrusionOk="0">
                  <a:moveTo>
                    <a:pt x="1" y="1"/>
                  </a:moveTo>
                  <a:lnTo>
                    <a:pt x="1" y="15397"/>
                  </a:lnTo>
                  <a:lnTo>
                    <a:pt x="2755" y="15397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Google Shape;684;p47"/>
            <p:cNvSpPr/>
            <p:nvPr/>
          </p:nvSpPr>
          <p:spPr>
            <a:xfrm>
              <a:off x="6915119" y="4513841"/>
              <a:ext cx="12139" cy="230136"/>
            </a:xfrm>
            <a:custGeom>
              <a:avLst/>
              <a:gdLst/>
              <a:ahLst/>
              <a:cxnLst/>
              <a:rect l="l" t="t" r="r" b="b"/>
              <a:pathLst>
                <a:path w="189" h="3583" extrusionOk="0">
                  <a:moveTo>
                    <a:pt x="101" y="1"/>
                  </a:moveTo>
                  <a:cubicBezTo>
                    <a:pt x="43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1"/>
                    <a:pt x="10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Google Shape;685;p47"/>
            <p:cNvSpPr/>
            <p:nvPr/>
          </p:nvSpPr>
          <p:spPr>
            <a:xfrm>
              <a:off x="6915119" y="3307090"/>
              <a:ext cx="12139" cy="230072"/>
            </a:xfrm>
            <a:custGeom>
              <a:avLst/>
              <a:gdLst/>
              <a:ahLst/>
              <a:cxnLst/>
              <a:rect l="l" t="t" r="r" b="b"/>
              <a:pathLst>
                <a:path w="189" h="3582" extrusionOk="0">
                  <a:moveTo>
                    <a:pt x="101" y="0"/>
                  </a:moveTo>
                  <a:cubicBezTo>
                    <a:pt x="43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3" y="3582"/>
                    <a:pt x="101" y="3582"/>
                  </a:cubicBezTo>
                  <a:cubicBezTo>
                    <a:pt x="146" y="3582"/>
                    <a:pt x="188" y="3538"/>
                    <a:pt x="188" y="3495"/>
                  </a:cubicBezTo>
                  <a:lnTo>
                    <a:pt x="188" y="103"/>
                  </a:lnTo>
                  <a:cubicBezTo>
                    <a:pt x="188" y="45"/>
                    <a:pt x="146" y="0"/>
                    <a:pt x="10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Google Shape;686;p47"/>
            <p:cNvSpPr/>
            <p:nvPr/>
          </p:nvSpPr>
          <p:spPr>
            <a:xfrm>
              <a:off x="7141337" y="3531509"/>
              <a:ext cx="177018" cy="143490"/>
            </a:xfrm>
            <a:custGeom>
              <a:avLst/>
              <a:gdLst/>
              <a:ahLst/>
              <a:cxnLst/>
              <a:rect l="l" t="t" r="r" b="b"/>
              <a:pathLst>
                <a:path w="2756" h="2234" extrusionOk="0">
                  <a:moveTo>
                    <a:pt x="1" y="1"/>
                  </a:moveTo>
                  <a:lnTo>
                    <a:pt x="1" y="2233"/>
                  </a:lnTo>
                  <a:lnTo>
                    <a:pt x="2755" y="2233"/>
                  </a:lnTo>
                  <a:lnTo>
                    <a:pt x="2755" y="1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Google Shape;687;p47"/>
            <p:cNvSpPr/>
            <p:nvPr/>
          </p:nvSpPr>
          <p:spPr>
            <a:xfrm>
              <a:off x="7224257" y="3668383"/>
              <a:ext cx="11240" cy="230072"/>
            </a:xfrm>
            <a:custGeom>
              <a:avLst/>
              <a:gdLst/>
              <a:ahLst/>
              <a:cxnLst/>
              <a:rect l="l" t="t" r="r" b="b"/>
              <a:pathLst>
                <a:path w="175" h="3582" extrusionOk="0">
                  <a:moveTo>
                    <a:pt x="88" y="0"/>
                  </a:moveTo>
                  <a:cubicBezTo>
                    <a:pt x="30" y="0"/>
                    <a:pt x="1" y="44"/>
                    <a:pt x="1" y="102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2"/>
                  </a:lnTo>
                  <a:cubicBezTo>
                    <a:pt x="175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Google Shape;688;p47"/>
            <p:cNvSpPr/>
            <p:nvPr/>
          </p:nvSpPr>
          <p:spPr>
            <a:xfrm>
              <a:off x="7224257" y="3307090"/>
              <a:ext cx="11240" cy="230072"/>
            </a:xfrm>
            <a:custGeom>
              <a:avLst/>
              <a:gdLst/>
              <a:ahLst/>
              <a:cxnLst/>
              <a:rect l="l" t="t" r="r" b="b"/>
              <a:pathLst>
                <a:path w="175" h="3582" extrusionOk="0">
                  <a:moveTo>
                    <a:pt x="88" y="0"/>
                  </a:moveTo>
                  <a:cubicBezTo>
                    <a:pt x="30" y="0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30" y="3582"/>
                    <a:pt x="88" y="3582"/>
                  </a:cubicBezTo>
                  <a:cubicBezTo>
                    <a:pt x="146" y="3582"/>
                    <a:pt x="175" y="3538"/>
                    <a:pt x="175" y="3495"/>
                  </a:cubicBezTo>
                  <a:lnTo>
                    <a:pt x="175" y="103"/>
                  </a:lnTo>
                  <a:cubicBezTo>
                    <a:pt x="175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Google Shape;689;p47"/>
            <p:cNvSpPr/>
            <p:nvPr/>
          </p:nvSpPr>
          <p:spPr>
            <a:xfrm>
              <a:off x="7449576" y="3677697"/>
              <a:ext cx="177018" cy="348319"/>
            </a:xfrm>
            <a:custGeom>
              <a:avLst/>
              <a:gdLst/>
              <a:ahLst/>
              <a:cxnLst/>
              <a:rect l="l" t="t" r="r" b="b"/>
              <a:pathLst>
                <a:path w="2756" h="5423" extrusionOk="0">
                  <a:moveTo>
                    <a:pt x="1" y="0"/>
                  </a:moveTo>
                  <a:lnTo>
                    <a:pt x="1" y="5422"/>
                  </a:lnTo>
                  <a:lnTo>
                    <a:pt x="2755" y="5422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Google Shape;690;p47"/>
            <p:cNvSpPr/>
            <p:nvPr/>
          </p:nvSpPr>
          <p:spPr>
            <a:xfrm>
              <a:off x="7443988" y="3671209"/>
              <a:ext cx="189093" cy="360395"/>
            </a:xfrm>
            <a:custGeom>
              <a:avLst/>
              <a:gdLst/>
              <a:ahLst/>
              <a:cxnLst/>
              <a:rect l="l" t="t" r="r" b="b"/>
              <a:pathLst>
                <a:path w="2944" h="5611" extrusionOk="0">
                  <a:moveTo>
                    <a:pt x="2755" y="188"/>
                  </a:moveTo>
                  <a:lnTo>
                    <a:pt x="2755" y="5422"/>
                  </a:lnTo>
                  <a:lnTo>
                    <a:pt x="189" y="5422"/>
                  </a:lnTo>
                  <a:lnTo>
                    <a:pt x="189" y="188"/>
                  </a:lnTo>
                  <a:close/>
                  <a:moveTo>
                    <a:pt x="88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5523"/>
                  </a:lnTo>
                  <a:cubicBezTo>
                    <a:pt x="1" y="5567"/>
                    <a:pt x="44" y="5610"/>
                    <a:pt x="88" y="5610"/>
                  </a:cubicBezTo>
                  <a:lnTo>
                    <a:pt x="2842" y="5610"/>
                  </a:lnTo>
                  <a:cubicBezTo>
                    <a:pt x="2900" y="5610"/>
                    <a:pt x="2943" y="5567"/>
                    <a:pt x="2943" y="5523"/>
                  </a:cubicBezTo>
                  <a:lnTo>
                    <a:pt x="2943" y="101"/>
                  </a:lnTo>
                  <a:cubicBezTo>
                    <a:pt x="2943" y="43"/>
                    <a:pt x="2900" y="0"/>
                    <a:pt x="28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Google Shape;691;p47"/>
            <p:cNvSpPr/>
            <p:nvPr/>
          </p:nvSpPr>
          <p:spPr>
            <a:xfrm>
              <a:off x="7532432" y="4019464"/>
              <a:ext cx="12204" cy="230008"/>
            </a:xfrm>
            <a:custGeom>
              <a:avLst/>
              <a:gdLst/>
              <a:ahLst/>
              <a:cxnLst/>
              <a:rect l="l" t="t" r="r" b="b"/>
              <a:pathLst>
                <a:path w="190" h="3581" extrusionOk="0">
                  <a:moveTo>
                    <a:pt x="88" y="0"/>
                  </a:moveTo>
                  <a:cubicBezTo>
                    <a:pt x="45" y="0"/>
                    <a:pt x="1" y="43"/>
                    <a:pt x="1" y="101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88" y="3581"/>
                  </a:cubicBezTo>
                  <a:cubicBezTo>
                    <a:pt x="146" y="3581"/>
                    <a:pt x="190" y="3538"/>
                    <a:pt x="190" y="3494"/>
                  </a:cubicBezTo>
                  <a:lnTo>
                    <a:pt x="190" y="101"/>
                  </a:lnTo>
                  <a:cubicBezTo>
                    <a:pt x="190" y="43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47"/>
            <p:cNvSpPr/>
            <p:nvPr/>
          </p:nvSpPr>
          <p:spPr>
            <a:xfrm>
              <a:off x="7532432" y="3454241"/>
              <a:ext cx="12204" cy="229108"/>
            </a:xfrm>
            <a:custGeom>
              <a:avLst/>
              <a:gdLst/>
              <a:ahLst/>
              <a:cxnLst/>
              <a:rect l="l" t="t" r="r" b="b"/>
              <a:pathLst>
                <a:path w="190" h="3567" extrusionOk="0">
                  <a:moveTo>
                    <a:pt x="88" y="0"/>
                  </a:moveTo>
                  <a:cubicBezTo>
                    <a:pt x="45" y="0"/>
                    <a:pt x="1" y="29"/>
                    <a:pt x="1" y="87"/>
                  </a:cubicBezTo>
                  <a:lnTo>
                    <a:pt x="1" y="3479"/>
                  </a:lnTo>
                  <a:cubicBezTo>
                    <a:pt x="1" y="3523"/>
                    <a:pt x="45" y="3566"/>
                    <a:pt x="88" y="3566"/>
                  </a:cubicBezTo>
                  <a:cubicBezTo>
                    <a:pt x="146" y="3566"/>
                    <a:pt x="190" y="3523"/>
                    <a:pt x="190" y="3479"/>
                  </a:cubicBezTo>
                  <a:lnTo>
                    <a:pt x="190" y="87"/>
                  </a:lnTo>
                  <a:cubicBezTo>
                    <a:pt x="190" y="29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47"/>
            <p:cNvSpPr/>
            <p:nvPr/>
          </p:nvSpPr>
          <p:spPr>
            <a:xfrm>
              <a:off x="7758778" y="4041816"/>
              <a:ext cx="176954" cy="797994"/>
            </a:xfrm>
            <a:custGeom>
              <a:avLst/>
              <a:gdLst/>
              <a:ahLst/>
              <a:cxnLst/>
              <a:rect l="l" t="t" r="r" b="b"/>
              <a:pathLst>
                <a:path w="2755" h="12424" extrusionOk="0">
                  <a:moveTo>
                    <a:pt x="0" y="0"/>
                  </a:moveTo>
                  <a:lnTo>
                    <a:pt x="0" y="12424"/>
                  </a:lnTo>
                  <a:lnTo>
                    <a:pt x="2754" y="12424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89FFFF">
                <a:alpha val="443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47"/>
            <p:cNvSpPr/>
            <p:nvPr/>
          </p:nvSpPr>
          <p:spPr>
            <a:xfrm>
              <a:off x="7752163" y="4035264"/>
              <a:ext cx="189157" cy="811096"/>
            </a:xfrm>
            <a:custGeom>
              <a:avLst/>
              <a:gdLst/>
              <a:ahLst/>
              <a:cxnLst/>
              <a:rect l="l" t="t" r="r" b="b"/>
              <a:pathLst>
                <a:path w="2945" h="12628" extrusionOk="0">
                  <a:moveTo>
                    <a:pt x="2755" y="189"/>
                  </a:moveTo>
                  <a:lnTo>
                    <a:pt x="2755" y="12439"/>
                  </a:lnTo>
                  <a:lnTo>
                    <a:pt x="190" y="12439"/>
                  </a:lnTo>
                  <a:lnTo>
                    <a:pt x="190" y="189"/>
                  </a:lnTo>
                  <a:close/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12526"/>
                  </a:lnTo>
                  <a:cubicBezTo>
                    <a:pt x="1" y="12584"/>
                    <a:pt x="45" y="12628"/>
                    <a:pt x="103" y="12628"/>
                  </a:cubicBezTo>
                  <a:lnTo>
                    <a:pt x="2857" y="12628"/>
                  </a:lnTo>
                  <a:cubicBezTo>
                    <a:pt x="2900" y="12628"/>
                    <a:pt x="2944" y="12584"/>
                    <a:pt x="2944" y="12526"/>
                  </a:cubicBezTo>
                  <a:lnTo>
                    <a:pt x="2944" y="102"/>
                  </a:lnTo>
                  <a:cubicBezTo>
                    <a:pt x="2944" y="44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47"/>
            <p:cNvSpPr/>
            <p:nvPr/>
          </p:nvSpPr>
          <p:spPr>
            <a:xfrm>
              <a:off x="7840671" y="4834155"/>
              <a:ext cx="12139" cy="229173"/>
            </a:xfrm>
            <a:custGeom>
              <a:avLst/>
              <a:gdLst/>
              <a:ahLst/>
              <a:cxnLst/>
              <a:rect l="l" t="t" r="r" b="b"/>
              <a:pathLst>
                <a:path w="189" h="3568" extrusionOk="0">
                  <a:moveTo>
                    <a:pt x="102" y="1"/>
                  </a:moveTo>
                  <a:cubicBezTo>
                    <a:pt x="44" y="1"/>
                    <a:pt x="1" y="45"/>
                    <a:pt x="1" y="88"/>
                  </a:cubicBezTo>
                  <a:lnTo>
                    <a:pt x="1" y="3480"/>
                  </a:lnTo>
                  <a:cubicBezTo>
                    <a:pt x="1" y="3538"/>
                    <a:pt x="44" y="3567"/>
                    <a:pt x="102" y="3567"/>
                  </a:cubicBezTo>
                  <a:cubicBezTo>
                    <a:pt x="146" y="3567"/>
                    <a:pt x="189" y="3538"/>
                    <a:pt x="189" y="3480"/>
                  </a:cubicBezTo>
                  <a:lnTo>
                    <a:pt x="189" y="88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47"/>
            <p:cNvSpPr/>
            <p:nvPr/>
          </p:nvSpPr>
          <p:spPr>
            <a:xfrm>
              <a:off x="7840671" y="3817332"/>
              <a:ext cx="12139" cy="230136"/>
            </a:xfrm>
            <a:custGeom>
              <a:avLst/>
              <a:gdLst/>
              <a:ahLst/>
              <a:cxnLst/>
              <a:rect l="l" t="t" r="r" b="b"/>
              <a:pathLst>
                <a:path w="189" h="3583" extrusionOk="0"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3495"/>
                  </a:lnTo>
                  <a:cubicBezTo>
                    <a:pt x="1" y="3538"/>
                    <a:pt x="44" y="3582"/>
                    <a:pt x="102" y="3582"/>
                  </a:cubicBezTo>
                  <a:cubicBezTo>
                    <a:pt x="146" y="3582"/>
                    <a:pt x="189" y="3538"/>
                    <a:pt x="189" y="3495"/>
                  </a:cubicBezTo>
                  <a:lnTo>
                    <a:pt x="189" y="103"/>
                  </a:lnTo>
                  <a:cubicBezTo>
                    <a:pt x="189" y="45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47"/>
            <p:cNvSpPr/>
            <p:nvPr/>
          </p:nvSpPr>
          <p:spPr>
            <a:xfrm>
              <a:off x="8066953" y="4645191"/>
              <a:ext cx="176954" cy="207656"/>
            </a:xfrm>
            <a:custGeom>
              <a:avLst/>
              <a:gdLst/>
              <a:ahLst/>
              <a:cxnLst/>
              <a:rect l="l" t="t" r="r" b="b"/>
              <a:pathLst>
                <a:path w="2755" h="3233" extrusionOk="0">
                  <a:moveTo>
                    <a:pt x="0" y="0"/>
                  </a:moveTo>
                  <a:lnTo>
                    <a:pt x="0" y="3233"/>
                  </a:lnTo>
                  <a:lnTo>
                    <a:pt x="2754" y="3233"/>
                  </a:lnTo>
                  <a:lnTo>
                    <a:pt x="2754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47"/>
            <p:cNvSpPr/>
            <p:nvPr/>
          </p:nvSpPr>
          <p:spPr>
            <a:xfrm>
              <a:off x="8148846" y="4846295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103" y="1"/>
                  </a:moveTo>
                  <a:cubicBezTo>
                    <a:pt x="45" y="1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8"/>
                    <a:pt x="45" y="3581"/>
                    <a:pt x="103" y="3581"/>
                  </a:cubicBezTo>
                  <a:cubicBezTo>
                    <a:pt x="161" y="3581"/>
                    <a:pt x="190" y="3538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1"/>
                    <a:pt x="10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47"/>
            <p:cNvSpPr/>
            <p:nvPr/>
          </p:nvSpPr>
          <p:spPr>
            <a:xfrm>
              <a:off x="8148846" y="4420772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103" y="0"/>
                  </a:moveTo>
                  <a:cubicBezTo>
                    <a:pt x="45" y="0"/>
                    <a:pt x="1" y="44"/>
                    <a:pt x="1" y="102"/>
                  </a:cubicBezTo>
                  <a:lnTo>
                    <a:pt x="1" y="3494"/>
                  </a:lnTo>
                  <a:cubicBezTo>
                    <a:pt x="1" y="3537"/>
                    <a:pt x="45" y="3581"/>
                    <a:pt x="103" y="3581"/>
                  </a:cubicBezTo>
                  <a:cubicBezTo>
                    <a:pt x="161" y="3581"/>
                    <a:pt x="190" y="3537"/>
                    <a:pt x="190" y="3494"/>
                  </a:cubicBezTo>
                  <a:lnTo>
                    <a:pt x="190" y="102"/>
                  </a:lnTo>
                  <a:cubicBezTo>
                    <a:pt x="190" y="44"/>
                    <a:pt x="161" y="0"/>
                    <a:pt x="1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47"/>
            <p:cNvSpPr/>
            <p:nvPr/>
          </p:nvSpPr>
          <p:spPr>
            <a:xfrm>
              <a:off x="8375192" y="3632993"/>
              <a:ext cx="176954" cy="988949"/>
            </a:xfrm>
            <a:custGeom>
              <a:avLst/>
              <a:gdLst/>
              <a:ahLst/>
              <a:cxnLst/>
              <a:rect l="l" t="t" r="r" b="b"/>
              <a:pathLst>
                <a:path w="2755" h="15397" extrusionOk="0">
                  <a:moveTo>
                    <a:pt x="0" y="0"/>
                  </a:moveTo>
                  <a:lnTo>
                    <a:pt x="0" y="15396"/>
                  </a:lnTo>
                  <a:lnTo>
                    <a:pt x="2755" y="15396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47"/>
            <p:cNvSpPr/>
            <p:nvPr/>
          </p:nvSpPr>
          <p:spPr>
            <a:xfrm>
              <a:off x="8457984" y="4616288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88" y="0"/>
                  </a:moveTo>
                  <a:cubicBezTo>
                    <a:pt x="45" y="0"/>
                    <a:pt x="1" y="45"/>
                    <a:pt x="1" y="87"/>
                  </a:cubicBezTo>
                  <a:lnTo>
                    <a:pt x="1" y="3480"/>
                  </a:lnTo>
                  <a:cubicBezTo>
                    <a:pt x="1" y="3538"/>
                    <a:pt x="45" y="3582"/>
                    <a:pt x="88" y="3582"/>
                  </a:cubicBezTo>
                  <a:cubicBezTo>
                    <a:pt x="146" y="3582"/>
                    <a:pt x="190" y="3538"/>
                    <a:pt x="190" y="3480"/>
                  </a:cubicBezTo>
                  <a:lnTo>
                    <a:pt x="190" y="87"/>
                  </a:lnTo>
                  <a:cubicBezTo>
                    <a:pt x="190" y="45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47"/>
            <p:cNvSpPr/>
            <p:nvPr/>
          </p:nvSpPr>
          <p:spPr>
            <a:xfrm>
              <a:off x="8457984" y="3409537"/>
              <a:ext cx="12204" cy="230072"/>
            </a:xfrm>
            <a:custGeom>
              <a:avLst/>
              <a:gdLst/>
              <a:ahLst/>
              <a:cxnLst/>
              <a:rect l="l" t="t" r="r" b="b"/>
              <a:pathLst>
                <a:path w="190" h="3582" extrusionOk="0">
                  <a:moveTo>
                    <a:pt x="88" y="0"/>
                  </a:moveTo>
                  <a:cubicBezTo>
                    <a:pt x="45" y="0"/>
                    <a:pt x="1" y="44"/>
                    <a:pt x="1" y="87"/>
                  </a:cubicBezTo>
                  <a:lnTo>
                    <a:pt x="1" y="3479"/>
                  </a:lnTo>
                  <a:cubicBezTo>
                    <a:pt x="1" y="3537"/>
                    <a:pt x="45" y="3582"/>
                    <a:pt x="88" y="3582"/>
                  </a:cubicBezTo>
                  <a:cubicBezTo>
                    <a:pt x="146" y="3582"/>
                    <a:pt x="190" y="3537"/>
                    <a:pt x="190" y="3479"/>
                  </a:cubicBezTo>
                  <a:lnTo>
                    <a:pt x="190" y="87"/>
                  </a:lnTo>
                  <a:cubicBezTo>
                    <a:pt x="190" y="44"/>
                    <a:pt x="146" y="0"/>
                    <a:pt x="8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47"/>
            <p:cNvSpPr/>
            <p:nvPr/>
          </p:nvSpPr>
          <p:spPr>
            <a:xfrm>
              <a:off x="8684330" y="3367659"/>
              <a:ext cx="176954" cy="259810"/>
            </a:xfrm>
            <a:custGeom>
              <a:avLst/>
              <a:gdLst/>
              <a:ahLst/>
              <a:cxnLst/>
              <a:rect l="l" t="t" r="r" b="b"/>
              <a:pathLst>
                <a:path w="2755" h="4045" extrusionOk="0">
                  <a:moveTo>
                    <a:pt x="0" y="0"/>
                  </a:moveTo>
                  <a:lnTo>
                    <a:pt x="0" y="4045"/>
                  </a:lnTo>
                  <a:lnTo>
                    <a:pt x="2755" y="4045"/>
                  </a:lnTo>
                  <a:lnTo>
                    <a:pt x="2755" y="0"/>
                  </a:lnTo>
                  <a:close/>
                </a:path>
              </a:pathLst>
            </a:custGeom>
            <a:solidFill>
              <a:srgbClr val="00FF00">
                <a:alpha val="4367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47"/>
            <p:cNvSpPr/>
            <p:nvPr/>
          </p:nvSpPr>
          <p:spPr>
            <a:xfrm>
              <a:off x="8766224" y="3621817"/>
              <a:ext cx="12139" cy="229108"/>
            </a:xfrm>
            <a:custGeom>
              <a:avLst/>
              <a:gdLst/>
              <a:ahLst/>
              <a:cxnLst/>
              <a:rect l="l" t="t" r="r" b="b"/>
              <a:pathLst>
                <a:path w="189" h="3567" extrusionOk="0">
                  <a:moveTo>
                    <a:pt x="102" y="1"/>
                  </a:moveTo>
                  <a:cubicBezTo>
                    <a:pt x="44" y="1"/>
                    <a:pt x="1" y="30"/>
                    <a:pt x="1" y="88"/>
                  </a:cubicBezTo>
                  <a:lnTo>
                    <a:pt x="1" y="3480"/>
                  </a:lnTo>
                  <a:cubicBezTo>
                    <a:pt x="1" y="3524"/>
                    <a:pt x="44" y="3567"/>
                    <a:pt x="102" y="3567"/>
                  </a:cubicBezTo>
                  <a:cubicBezTo>
                    <a:pt x="146" y="3567"/>
                    <a:pt x="189" y="3524"/>
                    <a:pt x="189" y="3480"/>
                  </a:cubicBezTo>
                  <a:lnTo>
                    <a:pt x="189" y="88"/>
                  </a:lnTo>
                  <a:cubicBezTo>
                    <a:pt x="189" y="30"/>
                    <a:pt x="146" y="1"/>
                    <a:pt x="10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47"/>
            <p:cNvSpPr/>
            <p:nvPr/>
          </p:nvSpPr>
          <p:spPr>
            <a:xfrm>
              <a:off x="8766224" y="3144203"/>
              <a:ext cx="12139" cy="230008"/>
            </a:xfrm>
            <a:custGeom>
              <a:avLst/>
              <a:gdLst/>
              <a:ahLst/>
              <a:cxnLst/>
              <a:rect l="l" t="t" r="r" b="b"/>
              <a:pathLst>
                <a:path w="189" h="3581" extrusionOk="0">
                  <a:moveTo>
                    <a:pt x="102" y="0"/>
                  </a:moveTo>
                  <a:cubicBezTo>
                    <a:pt x="44" y="0"/>
                    <a:pt x="1" y="43"/>
                    <a:pt x="1" y="101"/>
                  </a:cubicBezTo>
                  <a:lnTo>
                    <a:pt x="1" y="3479"/>
                  </a:lnTo>
                  <a:cubicBezTo>
                    <a:pt x="1" y="3537"/>
                    <a:pt x="44" y="3580"/>
                    <a:pt x="102" y="3580"/>
                  </a:cubicBezTo>
                  <a:cubicBezTo>
                    <a:pt x="146" y="3580"/>
                    <a:pt x="189" y="3537"/>
                    <a:pt x="189" y="3479"/>
                  </a:cubicBezTo>
                  <a:lnTo>
                    <a:pt x="189" y="101"/>
                  </a:lnTo>
                  <a:cubicBezTo>
                    <a:pt x="189" y="43"/>
                    <a:pt x="146" y="0"/>
                    <a:pt x="10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47"/>
            <p:cNvSpPr/>
            <p:nvPr/>
          </p:nvSpPr>
          <p:spPr>
            <a:xfrm>
              <a:off x="6826610" y="3524958"/>
              <a:ext cx="189157" cy="1001089"/>
            </a:xfrm>
            <a:custGeom>
              <a:avLst/>
              <a:gdLst/>
              <a:ahLst/>
              <a:cxnLst/>
              <a:rect l="l" t="t" r="r" b="b"/>
              <a:pathLst>
                <a:path w="2945" h="15586" extrusionOk="0">
                  <a:moveTo>
                    <a:pt x="2755" y="190"/>
                  </a:moveTo>
                  <a:lnTo>
                    <a:pt x="2755" y="15397"/>
                  </a:lnTo>
                  <a:lnTo>
                    <a:pt x="190" y="15397"/>
                  </a:lnTo>
                  <a:lnTo>
                    <a:pt x="190" y="190"/>
                  </a:lnTo>
                  <a:close/>
                  <a:moveTo>
                    <a:pt x="103" y="1"/>
                  </a:moveTo>
                  <a:cubicBezTo>
                    <a:pt x="45" y="1"/>
                    <a:pt x="1" y="45"/>
                    <a:pt x="1" y="103"/>
                  </a:cubicBezTo>
                  <a:lnTo>
                    <a:pt x="1" y="15499"/>
                  </a:lnTo>
                  <a:cubicBezTo>
                    <a:pt x="1" y="15557"/>
                    <a:pt x="45" y="15586"/>
                    <a:pt x="103" y="15586"/>
                  </a:cubicBezTo>
                  <a:lnTo>
                    <a:pt x="2857" y="15586"/>
                  </a:lnTo>
                  <a:cubicBezTo>
                    <a:pt x="2900" y="15586"/>
                    <a:pt x="2944" y="15557"/>
                    <a:pt x="2944" y="15499"/>
                  </a:cubicBezTo>
                  <a:lnTo>
                    <a:pt x="2944" y="103"/>
                  </a:lnTo>
                  <a:cubicBezTo>
                    <a:pt x="2944" y="45"/>
                    <a:pt x="2900" y="1"/>
                    <a:pt x="285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47"/>
            <p:cNvSpPr/>
            <p:nvPr/>
          </p:nvSpPr>
          <p:spPr>
            <a:xfrm>
              <a:off x="7134849" y="3524958"/>
              <a:ext cx="190057" cy="155629"/>
            </a:xfrm>
            <a:custGeom>
              <a:avLst/>
              <a:gdLst/>
              <a:ahLst/>
              <a:cxnLst/>
              <a:rect l="l" t="t" r="r" b="b"/>
              <a:pathLst>
                <a:path w="2959" h="2423" extrusionOk="0">
                  <a:moveTo>
                    <a:pt x="2769" y="190"/>
                  </a:moveTo>
                  <a:lnTo>
                    <a:pt x="2769" y="2233"/>
                  </a:lnTo>
                  <a:lnTo>
                    <a:pt x="189" y="2233"/>
                  </a:lnTo>
                  <a:lnTo>
                    <a:pt x="189" y="190"/>
                  </a:lnTo>
                  <a:close/>
                  <a:moveTo>
                    <a:pt x="102" y="1"/>
                  </a:moveTo>
                  <a:cubicBezTo>
                    <a:pt x="44" y="1"/>
                    <a:pt x="1" y="45"/>
                    <a:pt x="1" y="103"/>
                  </a:cubicBezTo>
                  <a:lnTo>
                    <a:pt x="1" y="2335"/>
                  </a:lnTo>
                  <a:cubicBezTo>
                    <a:pt x="1" y="2378"/>
                    <a:pt x="44" y="2422"/>
                    <a:pt x="102" y="2422"/>
                  </a:cubicBezTo>
                  <a:lnTo>
                    <a:pt x="2856" y="2422"/>
                  </a:lnTo>
                  <a:cubicBezTo>
                    <a:pt x="2914" y="2422"/>
                    <a:pt x="2958" y="2378"/>
                    <a:pt x="2958" y="2335"/>
                  </a:cubicBezTo>
                  <a:lnTo>
                    <a:pt x="2958" y="103"/>
                  </a:lnTo>
                  <a:cubicBezTo>
                    <a:pt x="2958" y="45"/>
                    <a:pt x="2914" y="1"/>
                    <a:pt x="285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47"/>
            <p:cNvSpPr/>
            <p:nvPr/>
          </p:nvSpPr>
          <p:spPr>
            <a:xfrm>
              <a:off x="8060466" y="4638640"/>
              <a:ext cx="189992" cy="219795"/>
            </a:xfrm>
            <a:custGeom>
              <a:avLst/>
              <a:gdLst/>
              <a:ahLst/>
              <a:cxnLst/>
              <a:rect l="l" t="t" r="r" b="b"/>
              <a:pathLst>
                <a:path w="2958" h="3422" extrusionOk="0">
                  <a:moveTo>
                    <a:pt x="2768" y="189"/>
                  </a:moveTo>
                  <a:lnTo>
                    <a:pt x="2768" y="3234"/>
                  </a:lnTo>
                  <a:lnTo>
                    <a:pt x="188" y="3234"/>
                  </a:lnTo>
                  <a:lnTo>
                    <a:pt x="188" y="189"/>
                  </a:lnTo>
                  <a:close/>
                  <a:moveTo>
                    <a:pt x="101" y="0"/>
                  </a:moveTo>
                  <a:cubicBezTo>
                    <a:pt x="43" y="0"/>
                    <a:pt x="0" y="44"/>
                    <a:pt x="0" y="102"/>
                  </a:cubicBezTo>
                  <a:lnTo>
                    <a:pt x="0" y="3335"/>
                  </a:lnTo>
                  <a:cubicBezTo>
                    <a:pt x="0" y="3379"/>
                    <a:pt x="43" y="3422"/>
                    <a:pt x="101" y="3422"/>
                  </a:cubicBezTo>
                  <a:lnTo>
                    <a:pt x="2855" y="3422"/>
                  </a:lnTo>
                  <a:cubicBezTo>
                    <a:pt x="2913" y="3422"/>
                    <a:pt x="2958" y="3379"/>
                    <a:pt x="2958" y="3335"/>
                  </a:cubicBezTo>
                  <a:lnTo>
                    <a:pt x="2958" y="102"/>
                  </a:lnTo>
                  <a:cubicBezTo>
                    <a:pt x="2958" y="44"/>
                    <a:pt x="2913" y="0"/>
                    <a:pt x="285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Google Shape;709;p47"/>
            <p:cNvSpPr/>
            <p:nvPr/>
          </p:nvSpPr>
          <p:spPr>
            <a:xfrm>
              <a:off x="8369604" y="3627405"/>
              <a:ext cx="189029" cy="1001089"/>
            </a:xfrm>
            <a:custGeom>
              <a:avLst/>
              <a:gdLst/>
              <a:ahLst/>
              <a:cxnLst/>
              <a:rect l="l" t="t" r="r" b="b"/>
              <a:pathLst>
                <a:path w="2943" h="15586" extrusionOk="0">
                  <a:moveTo>
                    <a:pt x="2755" y="190"/>
                  </a:moveTo>
                  <a:lnTo>
                    <a:pt x="2755" y="15396"/>
                  </a:lnTo>
                  <a:lnTo>
                    <a:pt x="188" y="15396"/>
                  </a:lnTo>
                  <a:lnTo>
                    <a:pt x="188" y="190"/>
                  </a:lnTo>
                  <a:close/>
                  <a:moveTo>
                    <a:pt x="87" y="1"/>
                  </a:moveTo>
                  <a:cubicBezTo>
                    <a:pt x="43" y="1"/>
                    <a:pt x="0" y="45"/>
                    <a:pt x="0" y="87"/>
                  </a:cubicBezTo>
                  <a:lnTo>
                    <a:pt x="0" y="15483"/>
                  </a:lnTo>
                  <a:cubicBezTo>
                    <a:pt x="0" y="15541"/>
                    <a:pt x="43" y="15586"/>
                    <a:pt x="87" y="15586"/>
                  </a:cubicBezTo>
                  <a:lnTo>
                    <a:pt x="2842" y="15586"/>
                  </a:lnTo>
                  <a:cubicBezTo>
                    <a:pt x="2900" y="15586"/>
                    <a:pt x="2943" y="15541"/>
                    <a:pt x="2943" y="15483"/>
                  </a:cubicBezTo>
                  <a:lnTo>
                    <a:pt x="2943" y="87"/>
                  </a:lnTo>
                  <a:cubicBezTo>
                    <a:pt x="2943" y="45"/>
                    <a:pt x="2900" y="1"/>
                    <a:pt x="284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Google Shape;710;p47"/>
            <p:cNvSpPr/>
            <p:nvPr/>
          </p:nvSpPr>
          <p:spPr>
            <a:xfrm>
              <a:off x="8677779" y="3362071"/>
              <a:ext cx="189093" cy="271950"/>
            </a:xfrm>
            <a:custGeom>
              <a:avLst/>
              <a:gdLst/>
              <a:ahLst/>
              <a:cxnLst/>
              <a:rect l="l" t="t" r="r" b="b"/>
              <a:pathLst>
                <a:path w="2944" h="4234" extrusionOk="0">
                  <a:moveTo>
                    <a:pt x="2755" y="188"/>
                  </a:moveTo>
                  <a:lnTo>
                    <a:pt x="2755" y="4045"/>
                  </a:lnTo>
                  <a:lnTo>
                    <a:pt x="189" y="4045"/>
                  </a:lnTo>
                  <a:lnTo>
                    <a:pt x="189" y="188"/>
                  </a:lnTo>
                  <a:close/>
                  <a:moveTo>
                    <a:pt x="102" y="0"/>
                  </a:moveTo>
                  <a:cubicBezTo>
                    <a:pt x="44" y="0"/>
                    <a:pt x="0" y="43"/>
                    <a:pt x="0" y="87"/>
                  </a:cubicBezTo>
                  <a:lnTo>
                    <a:pt x="0" y="4132"/>
                  </a:lnTo>
                  <a:cubicBezTo>
                    <a:pt x="0" y="4189"/>
                    <a:pt x="44" y="4234"/>
                    <a:pt x="102" y="4234"/>
                  </a:cubicBezTo>
                  <a:lnTo>
                    <a:pt x="2857" y="4234"/>
                  </a:lnTo>
                  <a:cubicBezTo>
                    <a:pt x="2900" y="4234"/>
                    <a:pt x="2944" y="4189"/>
                    <a:pt x="2944" y="4132"/>
                  </a:cubicBezTo>
                  <a:lnTo>
                    <a:pt x="2944" y="87"/>
                  </a:lnTo>
                  <a:cubicBezTo>
                    <a:pt x="2944" y="43"/>
                    <a:pt x="2900" y="0"/>
                    <a:pt x="285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11" name="Google Shape;711;p47"/>
          <p:cNvSpPr/>
          <p:nvPr/>
        </p:nvSpPr>
        <p:spPr>
          <a:xfrm rot="-1390848" flipH="1">
            <a:off x="2820271" y="3334314"/>
            <a:ext cx="9543785" cy="1600999"/>
          </a:xfrm>
          <a:custGeom>
            <a:avLst/>
            <a:gdLst/>
            <a:ahLst/>
            <a:cxnLst/>
            <a:rect l="l" t="t" r="r" b="b"/>
            <a:pathLst>
              <a:path w="281986" h="47304" extrusionOk="0">
                <a:moveTo>
                  <a:pt x="139742" y="0"/>
                </a:moveTo>
                <a:cubicBezTo>
                  <a:pt x="128653" y="0"/>
                  <a:pt x="122859" y="6646"/>
                  <a:pt x="117240" y="13075"/>
                </a:cubicBezTo>
                <a:cubicBezTo>
                  <a:pt x="111499" y="19628"/>
                  <a:pt x="105569" y="26413"/>
                  <a:pt x="94000" y="26413"/>
                </a:cubicBezTo>
                <a:cubicBezTo>
                  <a:pt x="82199" y="26413"/>
                  <a:pt x="76198" y="31676"/>
                  <a:pt x="70399" y="36750"/>
                </a:cubicBezTo>
                <a:cubicBezTo>
                  <a:pt x="64644" y="41809"/>
                  <a:pt x="58700" y="47028"/>
                  <a:pt x="47000" y="47028"/>
                </a:cubicBezTo>
                <a:cubicBezTo>
                  <a:pt x="35302" y="47028"/>
                  <a:pt x="29343" y="41809"/>
                  <a:pt x="23588" y="36750"/>
                </a:cubicBezTo>
                <a:cubicBezTo>
                  <a:pt x="17789" y="31676"/>
                  <a:pt x="11801" y="26413"/>
                  <a:pt x="0" y="26413"/>
                </a:cubicBezTo>
                <a:lnTo>
                  <a:pt x="0" y="26703"/>
                </a:lnTo>
                <a:cubicBezTo>
                  <a:pt x="11700" y="26703"/>
                  <a:pt x="17644" y="31922"/>
                  <a:pt x="23399" y="36967"/>
                </a:cubicBezTo>
                <a:cubicBezTo>
                  <a:pt x="29198" y="42056"/>
                  <a:pt x="35199" y="47304"/>
                  <a:pt x="47000" y="47304"/>
                </a:cubicBezTo>
                <a:cubicBezTo>
                  <a:pt x="58801" y="47304"/>
                  <a:pt x="64789" y="42056"/>
                  <a:pt x="70588" y="36967"/>
                </a:cubicBezTo>
                <a:cubicBezTo>
                  <a:pt x="76342" y="31922"/>
                  <a:pt x="82301" y="26703"/>
                  <a:pt x="94000" y="26703"/>
                </a:cubicBezTo>
                <a:cubicBezTo>
                  <a:pt x="105700" y="26703"/>
                  <a:pt x="111673" y="19860"/>
                  <a:pt x="117456" y="13249"/>
                </a:cubicBezTo>
                <a:cubicBezTo>
                  <a:pt x="123281" y="6588"/>
                  <a:pt x="128795" y="276"/>
                  <a:pt x="139715" y="276"/>
                </a:cubicBezTo>
                <a:cubicBezTo>
                  <a:pt x="140131" y="276"/>
                  <a:pt x="140554" y="285"/>
                  <a:pt x="140986" y="304"/>
                </a:cubicBezTo>
                <a:cubicBezTo>
                  <a:pt x="152337" y="797"/>
                  <a:pt x="158122" y="9799"/>
                  <a:pt x="164240" y="19309"/>
                </a:cubicBezTo>
                <a:cubicBezTo>
                  <a:pt x="170168" y="28544"/>
                  <a:pt x="176315" y="38084"/>
                  <a:pt x="187971" y="39460"/>
                </a:cubicBezTo>
                <a:cubicBezTo>
                  <a:pt x="189576" y="39649"/>
                  <a:pt x="191074" y="39736"/>
                  <a:pt x="192480" y="39736"/>
                </a:cubicBezTo>
                <a:cubicBezTo>
                  <a:pt x="201143" y="39736"/>
                  <a:pt x="206325" y="36417"/>
                  <a:pt x="211775" y="32937"/>
                </a:cubicBezTo>
                <a:cubicBezTo>
                  <a:pt x="217676" y="29153"/>
                  <a:pt x="223794" y="25239"/>
                  <a:pt x="235000" y="24746"/>
                </a:cubicBezTo>
                <a:cubicBezTo>
                  <a:pt x="246829" y="24224"/>
                  <a:pt x="252773" y="18657"/>
                  <a:pt x="258529" y="13278"/>
                </a:cubicBezTo>
                <a:cubicBezTo>
                  <a:pt x="264531" y="7669"/>
                  <a:pt x="270185" y="2377"/>
                  <a:pt x="281986" y="2377"/>
                </a:cubicBezTo>
                <a:lnTo>
                  <a:pt x="281986" y="2087"/>
                </a:lnTo>
                <a:cubicBezTo>
                  <a:pt x="270083" y="2087"/>
                  <a:pt x="264110" y="7669"/>
                  <a:pt x="258340" y="13075"/>
                </a:cubicBezTo>
                <a:cubicBezTo>
                  <a:pt x="252628" y="18425"/>
                  <a:pt x="246713" y="23948"/>
                  <a:pt x="234986" y="24470"/>
                </a:cubicBezTo>
                <a:cubicBezTo>
                  <a:pt x="223707" y="24949"/>
                  <a:pt x="217560" y="28892"/>
                  <a:pt x="211616" y="32691"/>
                </a:cubicBezTo>
                <a:cubicBezTo>
                  <a:pt x="206208" y="36155"/>
                  <a:pt x="201067" y="39448"/>
                  <a:pt x="192503" y="39448"/>
                </a:cubicBezTo>
                <a:cubicBezTo>
                  <a:pt x="191104" y="39448"/>
                  <a:pt x="189613" y="39360"/>
                  <a:pt x="188015" y="39170"/>
                </a:cubicBezTo>
                <a:cubicBezTo>
                  <a:pt x="176475" y="37823"/>
                  <a:pt x="170371" y="28326"/>
                  <a:pt x="164471" y="19164"/>
                </a:cubicBezTo>
                <a:cubicBezTo>
                  <a:pt x="158310" y="9582"/>
                  <a:pt x="152497" y="521"/>
                  <a:pt x="141000" y="28"/>
                </a:cubicBezTo>
                <a:cubicBezTo>
                  <a:pt x="140573" y="9"/>
                  <a:pt x="140154" y="0"/>
                  <a:pt x="139742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7EC5A3-141B-88D8-AFB3-12908D0E0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578" y="4112718"/>
            <a:ext cx="2054305" cy="10307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903DA8-C509-6FF7-C0BF-B938324D7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178" y="2520590"/>
            <a:ext cx="4687399" cy="254414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mercial Trading Company Profile by Slidesgo">
  <a:themeElements>
    <a:clrScheme name="Simple Light">
      <a:dk1>
        <a:srgbClr val="EFEFEF"/>
      </a:dk1>
      <a:lt1>
        <a:srgbClr val="080243"/>
      </a:lt1>
      <a:dk2>
        <a:srgbClr val="036FC4"/>
      </a:dk2>
      <a:lt2>
        <a:srgbClr val="03ACE5"/>
      </a:lt2>
      <a:accent1>
        <a:srgbClr val="89FFFF"/>
      </a:accent1>
      <a:accent2>
        <a:srgbClr val="00FF00"/>
      </a:accent2>
      <a:accent3>
        <a:srgbClr val="90FF90"/>
      </a:accent3>
      <a:accent4>
        <a:srgbClr val="FFFFFF"/>
      </a:accent4>
      <a:accent5>
        <a:srgbClr val="FFFFFF"/>
      </a:accent5>
      <a:accent6>
        <a:srgbClr val="FFFFFF"/>
      </a:accent6>
      <a:hlink>
        <a:srgbClr val="EFEFE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180</Words>
  <Application>Microsoft Office PowerPoint</Application>
  <PresentationFormat>On-screen Show (16:9)</PresentationFormat>
  <Paragraphs>54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Albert Sans</vt:lpstr>
      <vt:lpstr>Arial</vt:lpstr>
      <vt:lpstr>Jura</vt:lpstr>
      <vt:lpstr>Times New Roman</vt:lpstr>
      <vt:lpstr>Albert Sans Light</vt:lpstr>
      <vt:lpstr>Nunito Light</vt:lpstr>
      <vt:lpstr>Commercial Trading Company Profile by Slidesgo</vt:lpstr>
      <vt:lpstr>AI Infrastructure Investment Thesis (NVIDIA Case Study)</vt:lpstr>
      <vt:lpstr>AI Infrastructure Investment Thesis </vt:lpstr>
      <vt:lpstr>Industry Structure</vt:lpstr>
      <vt:lpstr>NVIDIA Analysis</vt:lpstr>
      <vt:lpstr>Valuation + Decision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Ya-cheng Hsieh</cp:lastModifiedBy>
  <cp:revision>1</cp:revision>
  <dcterms:modified xsi:type="dcterms:W3CDTF">2026-03-31T00:52:18Z</dcterms:modified>
</cp:coreProperties>
</file>